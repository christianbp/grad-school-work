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6" r:id="rId10"/>
    <p:sldId id="271" r:id="rId11"/>
    <p:sldId id="267" r:id="rId12"/>
    <p:sldId id="264" r:id="rId13"/>
    <p:sldId id="269" r:id="rId14"/>
    <p:sldId id="265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F04816-1D20-E9E9-7C01-D2A2845C7A91}" v="142" dt="2024-06-30T02:30:12.351"/>
    <p1510:client id="{75ABAA3E-4CBE-A34B-059C-142F57DBEFFE}" v="21" dt="2024-06-30T03:09:25.558"/>
    <p1510:client id="{80EC497A-78FF-D2B8-AAB6-C1334873D4A5}" v="1086" dt="2024-07-01T01:53:26.071"/>
    <p1510:client id="{F5AC1387-ECE3-8B78-6B98-C531549DC71D}" v="17" dt="2024-06-30T03:12:47.7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40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4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0ADDA48-7E3F-4BB4-B46E-F377EE796DC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FAABAA86-A8D8-4711-9B2A-206399A37E2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Posts were retrieved from Stack Overflow using </a:t>
          </a:r>
          <a:r>
            <a:rPr lang="en-US" dirty="0" err="1"/>
            <a:t>StackExchange</a:t>
          </a:r>
          <a:r>
            <a:rPr lang="en-US" dirty="0"/>
            <a:t> Data Explorer</a:t>
          </a:r>
          <a:r>
            <a:rPr lang="en-US" dirty="0">
              <a:latin typeface="Avenir Next LT Pro Light"/>
            </a:rPr>
            <a:t>.</a:t>
          </a:r>
          <a:endParaRPr lang="en-US" dirty="0"/>
        </a:p>
      </dgm:t>
    </dgm:pt>
    <dgm:pt modelId="{C2FBF861-648F-430B-8372-8A3BEE324E1D}" type="parTrans" cxnId="{387B0810-5268-42CB-B270-549D6312921D}">
      <dgm:prSet/>
      <dgm:spPr/>
      <dgm:t>
        <a:bodyPr/>
        <a:lstStyle/>
        <a:p>
          <a:endParaRPr lang="en-US"/>
        </a:p>
      </dgm:t>
    </dgm:pt>
    <dgm:pt modelId="{659F4EB3-0EF3-437A-9CE7-F5B518E0A6B3}" type="sibTrans" cxnId="{387B0810-5268-42CB-B270-549D6312921D}">
      <dgm:prSet/>
      <dgm:spPr/>
      <dgm:t>
        <a:bodyPr/>
        <a:lstStyle/>
        <a:p>
          <a:endParaRPr lang="en-US"/>
        </a:p>
      </dgm:t>
    </dgm:pt>
    <dgm:pt modelId="{A504D200-E38C-44A4-A884-21316B01849F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 dirty="0"/>
            <a:t>A keyword was defined for each web </a:t>
          </a:r>
          <a:r>
            <a:rPr lang="en-US" dirty="0">
              <a:latin typeface="Avenir Next LT Pro Light"/>
            </a:rPr>
            <a:t>API. For</a:t>
          </a:r>
          <a:r>
            <a:rPr lang="en-US" dirty="0"/>
            <a:t> example, "twitter</a:t>
          </a:r>
          <a:r>
            <a:rPr lang="en-US" dirty="0">
              <a:latin typeface="Avenir Next LT Pro Light"/>
            </a:rPr>
            <a:t>".</a:t>
          </a:r>
          <a:endParaRPr lang="en-US" dirty="0"/>
        </a:p>
      </dgm:t>
    </dgm:pt>
    <dgm:pt modelId="{E6FE9B81-0AA6-442A-A830-B6F87125143C}" type="parTrans" cxnId="{9A8B49E2-F814-4D07-9825-D4A831EF02CA}">
      <dgm:prSet/>
      <dgm:spPr/>
      <dgm:t>
        <a:bodyPr/>
        <a:lstStyle/>
        <a:p>
          <a:endParaRPr lang="en-US"/>
        </a:p>
      </dgm:t>
    </dgm:pt>
    <dgm:pt modelId="{835AA717-5A44-4E67-A5E4-0180259AADF5}" type="sibTrans" cxnId="{9A8B49E2-F814-4D07-9825-D4A831EF02CA}">
      <dgm:prSet/>
      <dgm:spPr/>
      <dgm:t>
        <a:bodyPr/>
        <a:lstStyle/>
        <a:p>
          <a:endParaRPr lang="en-US"/>
        </a:p>
      </dgm:t>
    </dgm:pt>
    <dgm:pt modelId="{AD65B992-A9CC-45E4-A02F-0AAAD96F53B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Wild-card search to mine posts tagged with labels including the keyword</a:t>
          </a:r>
          <a:r>
            <a:rPr lang="en-US" dirty="0">
              <a:latin typeface="Avenir Next LT Pro Light"/>
            </a:rPr>
            <a:t>.</a:t>
          </a:r>
          <a:endParaRPr lang="en-US" dirty="0"/>
        </a:p>
      </dgm:t>
    </dgm:pt>
    <dgm:pt modelId="{4F014ED8-4064-4CB0-B23D-733A4A1ECE44}" type="parTrans" cxnId="{A0F6134D-4C7B-4A4A-9561-7A61509CE8D1}">
      <dgm:prSet/>
      <dgm:spPr/>
      <dgm:t>
        <a:bodyPr/>
        <a:lstStyle/>
        <a:p>
          <a:endParaRPr lang="en-US"/>
        </a:p>
      </dgm:t>
    </dgm:pt>
    <dgm:pt modelId="{1D134E38-AAAA-4985-8AEB-57B84A78D35B}" type="sibTrans" cxnId="{A0F6134D-4C7B-4A4A-9561-7A61509CE8D1}">
      <dgm:prSet/>
      <dgm:spPr/>
      <dgm:t>
        <a:bodyPr/>
        <a:lstStyle/>
        <a:p>
          <a:endParaRPr lang="en-US"/>
        </a:p>
      </dgm:t>
    </dgm:pt>
    <dgm:pt modelId="{798B28DB-C24E-423F-9C18-51090C17156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46,646 posts with labels including “twitter” were retrieved</a:t>
          </a:r>
          <a:r>
            <a:rPr lang="en-US" dirty="0">
              <a:latin typeface="Avenir Next LT Pro Light"/>
            </a:rPr>
            <a:t>.</a:t>
          </a:r>
          <a:endParaRPr lang="en-US" dirty="0"/>
        </a:p>
      </dgm:t>
    </dgm:pt>
    <dgm:pt modelId="{7D586834-3631-4836-AA55-41B048C10A69}" type="parTrans" cxnId="{51DABD2A-7CEE-44F8-8BDA-4F209887A3F9}">
      <dgm:prSet/>
      <dgm:spPr/>
      <dgm:t>
        <a:bodyPr/>
        <a:lstStyle/>
        <a:p>
          <a:endParaRPr lang="en-US"/>
        </a:p>
      </dgm:t>
    </dgm:pt>
    <dgm:pt modelId="{54E908EB-AC30-4473-85C9-82A3A8C0CD2C}" type="sibTrans" cxnId="{51DABD2A-7CEE-44F8-8BDA-4F209887A3F9}">
      <dgm:prSet/>
      <dgm:spPr/>
      <dgm:t>
        <a:bodyPr/>
        <a:lstStyle/>
        <a:p>
          <a:endParaRPr lang="en-US"/>
        </a:p>
      </dgm:t>
    </dgm:pt>
    <dgm:pt modelId="{77DABC23-626A-4968-BE41-F80D170C85C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Posts were retrieved on May 1st, 2014</a:t>
          </a:r>
          <a:r>
            <a:rPr lang="en-US" dirty="0">
              <a:latin typeface="Avenir Next LT Pro Light"/>
            </a:rPr>
            <a:t>.</a:t>
          </a:r>
          <a:endParaRPr lang="en-US" dirty="0"/>
        </a:p>
      </dgm:t>
    </dgm:pt>
    <dgm:pt modelId="{DA5821E1-29C5-44CB-8AFA-DB2FEF057E40}" type="parTrans" cxnId="{E721E039-D265-4D40-810C-BC8AFB3B6F6E}">
      <dgm:prSet/>
      <dgm:spPr/>
      <dgm:t>
        <a:bodyPr/>
        <a:lstStyle/>
        <a:p>
          <a:endParaRPr lang="en-US"/>
        </a:p>
      </dgm:t>
    </dgm:pt>
    <dgm:pt modelId="{8CE04AC7-BA44-4464-A897-3766B086BC63}" type="sibTrans" cxnId="{E721E039-D265-4D40-810C-BC8AFB3B6F6E}">
      <dgm:prSet/>
      <dgm:spPr/>
      <dgm:t>
        <a:bodyPr/>
        <a:lstStyle/>
        <a:p>
          <a:endParaRPr lang="en-US"/>
        </a:p>
      </dgm:t>
    </dgm:pt>
    <dgm:pt modelId="{D62DFF50-B8DC-41B5-8BB1-695A240C39CD}" type="pres">
      <dgm:prSet presAssocID="{A0ADDA48-7E3F-4BB4-B46E-F377EE796DC7}" presName="root" presStyleCnt="0">
        <dgm:presLayoutVars>
          <dgm:dir/>
          <dgm:resizeHandles val="exact"/>
        </dgm:presLayoutVars>
      </dgm:prSet>
      <dgm:spPr/>
    </dgm:pt>
    <dgm:pt modelId="{BCF87270-4521-4B83-AE4B-A84ECC7457DF}" type="pres">
      <dgm:prSet presAssocID="{FAABAA86-A8D8-4711-9B2A-206399A37E2C}" presName="compNode" presStyleCnt="0"/>
      <dgm:spPr/>
    </dgm:pt>
    <dgm:pt modelId="{07185BF4-4E18-4140-B034-06AD482AA809}" type="pres">
      <dgm:prSet presAssocID="{FAABAA86-A8D8-4711-9B2A-206399A37E2C}" presName="bgRect" presStyleLbl="bgShp" presStyleIdx="0" presStyleCnt="5"/>
      <dgm:spPr/>
    </dgm:pt>
    <dgm:pt modelId="{B46273EC-961F-4893-8804-777C74512349}" type="pres">
      <dgm:prSet presAssocID="{FAABAA86-A8D8-4711-9B2A-206399A37E2C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014B211F-D9EC-4FCF-AD47-1B119A628C1E}" type="pres">
      <dgm:prSet presAssocID="{FAABAA86-A8D8-4711-9B2A-206399A37E2C}" presName="spaceRect" presStyleCnt="0"/>
      <dgm:spPr/>
    </dgm:pt>
    <dgm:pt modelId="{39F3CBCE-EB8F-4692-A028-AAEAD411EF3D}" type="pres">
      <dgm:prSet presAssocID="{FAABAA86-A8D8-4711-9B2A-206399A37E2C}" presName="parTx" presStyleLbl="revTx" presStyleIdx="0" presStyleCnt="5">
        <dgm:presLayoutVars>
          <dgm:chMax val="0"/>
          <dgm:chPref val="0"/>
        </dgm:presLayoutVars>
      </dgm:prSet>
      <dgm:spPr/>
    </dgm:pt>
    <dgm:pt modelId="{BFFF5D6B-0A98-44E6-BE73-EB977BA7EE6E}" type="pres">
      <dgm:prSet presAssocID="{659F4EB3-0EF3-437A-9CE7-F5B518E0A6B3}" presName="sibTrans" presStyleCnt="0"/>
      <dgm:spPr/>
    </dgm:pt>
    <dgm:pt modelId="{522745CE-2A13-4ED4-8C10-898CD1121CBB}" type="pres">
      <dgm:prSet presAssocID="{A504D200-E38C-44A4-A884-21316B01849F}" presName="compNode" presStyleCnt="0"/>
      <dgm:spPr/>
    </dgm:pt>
    <dgm:pt modelId="{AC1007F0-2C87-4070-AEDC-A00A60855600}" type="pres">
      <dgm:prSet presAssocID="{A504D200-E38C-44A4-A884-21316B01849F}" presName="bgRect" presStyleLbl="bgShp" presStyleIdx="1" presStyleCnt="5"/>
      <dgm:spPr/>
    </dgm:pt>
    <dgm:pt modelId="{DF32A852-5FF1-4522-AFCA-3C026749300A}" type="pres">
      <dgm:prSet presAssocID="{A504D200-E38C-44A4-A884-21316B01849F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0AE57032-A952-4919-8032-41F71124F807}" type="pres">
      <dgm:prSet presAssocID="{A504D200-E38C-44A4-A884-21316B01849F}" presName="spaceRect" presStyleCnt="0"/>
      <dgm:spPr/>
    </dgm:pt>
    <dgm:pt modelId="{4E7DEA57-1BD7-466C-A3C5-6C821C6639E7}" type="pres">
      <dgm:prSet presAssocID="{A504D200-E38C-44A4-A884-21316B01849F}" presName="parTx" presStyleLbl="revTx" presStyleIdx="1" presStyleCnt="5">
        <dgm:presLayoutVars>
          <dgm:chMax val="0"/>
          <dgm:chPref val="0"/>
        </dgm:presLayoutVars>
      </dgm:prSet>
      <dgm:spPr/>
    </dgm:pt>
    <dgm:pt modelId="{8CA1E755-1091-437A-917A-8274CE693675}" type="pres">
      <dgm:prSet presAssocID="{835AA717-5A44-4E67-A5E4-0180259AADF5}" presName="sibTrans" presStyleCnt="0"/>
      <dgm:spPr/>
    </dgm:pt>
    <dgm:pt modelId="{4938EFDE-1531-4119-B5CF-4B0610FB4D43}" type="pres">
      <dgm:prSet presAssocID="{AD65B992-A9CC-45E4-A02F-0AAAD96F53BC}" presName="compNode" presStyleCnt="0"/>
      <dgm:spPr/>
    </dgm:pt>
    <dgm:pt modelId="{A8408B03-B23F-44B8-8AFD-83B8E99D4EDD}" type="pres">
      <dgm:prSet presAssocID="{AD65B992-A9CC-45E4-A02F-0AAAD96F53BC}" presName="bgRect" presStyleLbl="bgShp" presStyleIdx="2" presStyleCnt="5"/>
      <dgm:spPr/>
    </dgm:pt>
    <dgm:pt modelId="{E033419B-75B8-4072-98E6-A3D6AA6D2450}" type="pres">
      <dgm:prSet presAssocID="{AD65B992-A9CC-45E4-A02F-0AAAD96F53BC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mark"/>
        </a:ext>
      </dgm:extLst>
    </dgm:pt>
    <dgm:pt modelId="{400CE7BF-9EE1-4734-96EA-C547185114BB}" type="pres">
      <dgm:prSet presAssocID="{AD65B992-A9CC-45E4-A02F-0AAAD96F53BC}" presName="spaceRect" presStyleCnt="0"/>
      <dgm:spPr/>
    </dgm:pt>
    <dgm:pt modelId="{6F28EC54-5467-4888-B09F-8A4F92FAFDB0}" type="pres">
      <dgm:prSet presAssocID="{AD65B992-A9CC-45E4-A02F-0AAAD96F53BC}" presName="parTx" presStyleLbl="revTx" presStyleIdx="2" presStyleCnt="5">
        <dgm:presLayoutVars>
          <dgm:chMax val="0"/>
          <dgm:chPref val="0"/>
        </dgm:presLayoutVars>
      </dgm:prSet>
      <dgm:spPr/>
    </dgm:pt>
    <dgm:pt modelId="{D1D5D974-A6B7-4127-A8BF-C0FDDC2C30E8}" type="pres">
      <dgm:prSet presAssocID="{1D134E38-AAAA-4985-8AEB-57B84A78D35B}" presName="sibTrans" presStyleCnt="0"/>
      <dgm:spPr/>
    </dgm:pt>
    <dgm:pt modelId="{02DA8A2D-0C60-455A-BCB4-2E520B444076}" type="pres">
      <dgm:prSet presAssocID="{798B28DB-C24E-423F-9C18-51090C171564}" presName="compNode" presStyleCnt="0"/>
      <dgm:spPr/>
    </dgm:pt>
    <dgm:pt modelId="{4C6DFD95-5D02-4F0D-B747-90457A82D38C}" type="pres">
      <dgm:prSet presAssocID="{798B28DB-C24E-423F-9C18-51090C171564}" presName="bgRect" presStyleLbl="bgShp" presStyleIdx="3" presStyleCnt="5"/>
      <dgm:spPr/>
    </dgm:pt>
    <dgm:pt modelId="{A6814F6D-02FB-48F1-8A86-4E6DCF528766}" type="pres">
      <dgm:prSet presAssocID="{798B28DB-C24E-423F-9C18-51090C171564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bel"/>
        </a:ext>
      </dgm:extLst>
    </dgm:pt>
    <dgm:pt modelId="{3C50D8F8-0B06-4522-B05D-41022F6E5449}" type="pres">
      <dgm:prSet presAssocID="{798B28DB-C24E-423F-9C18-51090C171564}" presName="spaceRect" presStyleCnt="0"/>
      <dgm:spPr/>
    </dgm:pt>
    <dgm:pt modelId="{1184E41A-998D-426F-900E-F754ECEEB6EB}" type="pres">
      <dgm:prSet presAssocID="{798B28DB-C24E-423F-9C18-51090C171564}" presName="parTx" presStyleLbl="revTx" presStyleIdx="3" presStyleCnt="5">
        <dgm:presLayoutVars>
          <dgm:chMax val="0"/>
          <dgm:chPref val="0"/>
        </dgm:presLayoutVars>
      </dgm:prSet>
      <dgm:spPr/>
    </dgm:pt>
    <dgm:pt modelId="{E2914BDB-09D2-4E18-9773-31C424EEF6C0}" type="pres">
      <dgm:prSet presAssocID="{54E908EB-AC30-4473-85C9-82A3A8C0CD2C}" presName="sibTrans" presStyleCnt="0"/>
      <dgm:spPr/>
    </dgm:pt>
    <dgm:pt modelId="{3756AB08-0149-487C-A552-F7A77B66A9AC}" type="pres">
      <dgm:prSet presAssocID="{77DABC23-626A-4968-BE41-F80D170C85CD}" presName="compNode" presStyleCnt="0"/>
      <dgm:spPr/>
    </dgm:pt>
    <dgm:pt modelId="{401D067D-F5CD-4B0C-9E04-5473B8D4090D}" type="pres">
      <dgm:prSet presAssocID="{77DABC23-626A-4968-BE41-F80D170C85CD}" presName="bgRect" presStyleLbl="bgShp" presStyleIdx="4" presStyleCnt="5"/>
      <dgm:spPr/>
    </dgm:pt>
    <dgm:pt modelId="{8C890F99-02A9-4FEE-A56C-40651711C66C}" type="pres">
      <dgm:prSet presAssocID="{77DABC23-626A-4968-BE41-F80D170C85CD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C34F2903-0694-4628-AFF2-AD986CF8F2EA}" type="pres">
      <dgm:prSet presAssocID="{77DABC23-626A-4968-BE41-F80D170C85CD}" presName="spaceRect" presStyleCnt="0"/>
      <dgm:spPr/>
    </dgm:pt>
    <dgm:pt modelId="{206DD622-6FBB-435E-AC04-6676F648F48F}" type="pres">
      <dgm:prSet presAssocID="{77DABC23-626A-4968-BE41-F80D170C85CD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387B0810-5268-42CB-B270-549D6312921D}" srcId="{A0ADDA48-7E3F-4BB4-B46E-F377EE796DC7}" destId="{FAABAA86-A8D8-4711-9B2A-206399A37E2C}" srcOrd="0" destOrd="0" parTransId="{C2FBF861-648F-430B-8372-8A3BEE324E1D}" sibTransId="{659F4EB3-0EF3-437A-9CE7-F5B518E0A6B3}"/>
    <dgm:cxn modelId="{4D9C8A14-2E3E-45A4-9DB1-B2432010BC02}" type="presOf" srcId="{A0ADDA48-7E3F-4BB4-B46E-F377EE796DC7}" destId="{D62DFF50-B8DC-41B5-8BB1-695A240C39CD}" srcOrd="0" destOrd="0" presId="urn:microsoft.com/office/officeart/2018/2/layout/IconVerticalSolidList"/>
    <dgm:cxn modelId="{51DABD2A-7CEE-44F8-8BDA-4F209887A3F9}" srcId="{A0ADDA48-7E3F-4BB4-B46E-F377EE796DC7}" destId="{798B28DB-C24E-423F-9C18-51090C171564}" srcOrd="3" destOrd="0" parTransId="{7D586834-3631-4836-AA55-41B048C10A69}" sibTransId="{54E908EB-AC30-4473-85C9-82A3A8C0CD2C}"/>
    <dgm:cxn modelId="{1BCDA131-5BA7-4020-8623-EDA331624659}" type="presOf" srcId="{FAABAA86-A8D8-4711-9B2A-206399A37E2C}" destId="{39F3CBCE-EB8F-4692-A028-AAEAD411EF3D}" srcOrd="0" destOrd="0" presId="urn:microsoft.com/office/officeart/2018/2/layout/IconVerticalSolidList"/>
    <dgm:cxn modelId="{E721E039-D265-4D40-810C-BC8AFB3B6F6E}" srcId="{A0ADDA48-7E3F-4BB4-B46E-F377EE796DC7}" destId="{77DABC23-626A-4968-BE41-F80D170C85CD}" srcOrd="4" destOrd="0" parTransId="{DA5821E1-29C5-44CB-8AFA-DB2FEF057E40}" sibTransId="{8CE04AC7-BA44-4464-A897-3766B086BC63}"/>
    <dgm:cxn modelId="{EDB3E56A-C387-4099-90A5-97B0EDDF7C34}" type="presOf" srcId="{77DABC23-626A-4968-BE41-F80D170C85CD}" destId="{206DD622-6FBB-435E-AC04-6676F648F48F}" srcOrd="0" destOrd="0" presId="urn:microsoft.com/office/officeart/2018/2/layout/IconVerticalSolidList"/>
    <dgm:cxn modelId="{A0F6134D-4C7B-4A4A-9561-7A61509CE8D1}" srcId="{A0ADDA48-7E3F-4BB4-B46E-F377EE796DC7}" destId="{AD65B992-A9CC-45E4-A02F-0AAAD96F53BC}" srcOrd="2" destOrd="0" parTransId="{4F014ED8-4064-4CB0-B23D-733A4A1ECE44}" sibTransId="{1D134E38-AAAA-4985-8AEB-57B84A78D35B}"/>
    <dgm:cxn modelId="{07C67E99-B501-4321-9D87-443F85B0151B}" type="presOf" srcId="{A504D200-E38C-44A4-A884-21316B01849F}" destId="{4E7DEA57-1BD7-466C-A3C5-6C821C6639E7}" srcOrd="0" destOrd="0" presId="urn:microsoft.com/office/officeart/2018/2/layout/IconVerticalSolidList"/>
    <dgm:cxn modelId="{34A5A8C2-7024-454B-B7D7-8853EEB77FF7}" type="presOf" srcId="{AD65B992-A9CC-45E4-A02F-0AAAD96F53BC}" destId="{6F28EC54-5467-4888-B09F-8A4F92FAFDB0}" srcOrd="0" destOrd="0" presId="urn:microsoft.com/office/officeart/2018/2/layout/IconVerticalSolidList"/>
    <dgm:cxn modelId="{9A8B49E2-F814-4D07-9825-D4A831EF02CA}" srcId="{A0ADDA48-7E3F-4BB4-B46E-F377EE796DC7}" destId="{A504D200-E38C-44A4-A884-21316B01849F}" srcOrd="1" destOrd="0" parTransId="{E6FE9B81-0AA6-442A-A830-B6F87125143C}" sibTransId="{835AA717-5A44-4E67-A5E4-0180259AADF5}"/>
    <dgm:cxn modelId="{7FBD2BF7-6C17-4D1A-B20F-B88A0618E994}" type="presOf" srcId="{798B28DB-C24E-423F-9C18-51090C171564}" destId="{1184E41A-998D-426F-900E-F754ECEEB6EB}" srcOrd="0" destOrd="0" presId="urn:microsoft.com/office/officeart/2018/2/layout/IconVerticalSolidList"/>
    <dgm:cxn modelId="{B62158B8-EB41-4342-AD14-E27BBA7380DE}" type="presParOf" srcId="{D62DFF50-B8DC-41B5-8BB1-695A240C39CD}" destId="{BCF87270-4521-4B83-AE4B-A84ECC7457DF}" srcOrd="0" destOrd="0" presId="urn:microsoft.com/office/officeart/2018/2/layout/IconVerticalSolidList"/>
    <dgm:cxn modelId="{54062E57-BF3E-4DD4-A8AF-6C3EE7BAB4B0}" type="presParOf" srcId="{BCF87270-4521-4B83-AE4B-A84ECC7457DF}" destId="{07185BF4-4E18-4140-B034-06AD482AA809}" srcOrd="0" destOrd="0" presId="urn:microsoft.com/office/officeart/2018/2/layout/IconVerticalSolidList"/>
    <dgm:cxn modelId="{7215F738-E2D0-4DA6-B749-09593D7CAA3A}" type="presParOf" srcId="{BCF87270-4521-4B83-AE4B-A84ECC7457DF}" destId="{B46273EC-961F-4893-8804-777C74512349}" srcOrd="1" destOrd="0" presId="urn:microsoft.com/office/officeart/2018/2/layout/IconVerticalSolidList"/>
    <dgm:cxn modelId="{62162609-0629-4834-A047-10C1FA3F009F}" type="presParOf" srcId="{BCF87270-4521-4B83-AE4B-A84ECC7457DF}" destId="{014B211F-D9EC-4FCF-AD47-1B119A628C1E}" srcOrd="2" destOrd="0" presId="urn:microsoft.com/office/officeart/2018/2/layout/IconVerticalSolidList"/>
    <dgm:cxn modelId="{D19F3CF4-CF2B-43C9-8D80-B088F0127AA1}" type="presParOf" srcId="{BCF87270-4521-4B83-AE4B-A84ECC7457DF}" destId="{39F3CBCE-EB8F-4692-A028-AAEAD411EF3D}" srcOrd="3" destOrd="0" presId="urn:microsoft.com/office/officeart/2018/2/layout/IconVerticalSolidList"/>
    <dgm:cxn modelId="{3323AF61-7636-46C1-865F-D1FBDA492F15}" type="presParOf" srcId="{D62DFF50-B8DC-41B5-8BB1-695A240C39CD}" destId="{BFFF5D6B-0A98-44E6-BE73-EB977BA7EE6E}" srcOrd="1" destOrd="0" presId="urn:microsoft.com/office/officeart/2018/2/layout/IconVerticalSolidList"/>
    <dgm:cxn modelId="{F9A72DED-E645-4F9A-8C62-ABFC1D30EFC2}" type="presParOf" srcId="{D62DFF50-B8DC-41B5-8BB1-695A240C39CD}" destId="{522745CE-2A13-4ED4-8C10-898CD1121CBB}" srcOrd="2" destOrd="0" presId="urn:microsoft.com/office/officeart/2018/2/layout/IconVerticalSolidList"/>
    <dgm:cxn modelId="{281BDB60-AEAA-4AAE-8D7B-50AB74852E03}" type="presParOf" srcId="{522745CE-2A13-4ED4-8C10-898CD1121CBB}" destId="{AC1007F0-2C87-4070-AEDC-A00A60855600}" srcOrd="0" destOrd="0" presId="urn:microsoft.com/office/officeart/2018/2/layout/IconVerticalSolidList"/>
    <dgm:cxn modelId="{107FF865-8697-460B-8B4D-58DB661069D8}" type="presParOf" srcId="{522745CE-2A13-4ED4-8C10-898CD1121CBB}" destId="{DF32A852-5FF1-4522-AFCA-3C026749300A}" srcOrd="1" destOrd="0" presId="urn:microsoft.com/office/officeart/2018/2/layout/IconVerticalSolidList"/>
    <dgm:cxn modelId="{6DD65430-B279-4F0A-8CB8-093E564CF122}" type="presParOf" srcId="{522745CE-2A13-4ED4-8C10-898CD1121CBB}" destId="{0AE57032-A952-4919-8032-41F71124F807}" srcOrd="2" destOrd="0" presId="urn:microsoft.com/office/officeart/2018/2/layout/IconVerticalSolidList"/>
    <dgm:cxn modelId="{B65D5A6F-23C6-45AB-AB24-04C2D2B75D96}" type="presParOf" srcId="{522745CE-2A13-4ED4-8C10-898CD1121CBB}" destId="{4E7DEA57-1BD7-466C-A3C5-6C821C6639E7}" srcOrd="3" destOrd="0" presId="urn:microsoft.com/office/officeart/2018/2/layout/IconVerticalSolidList"/>
    <dgm:cxn modelId="{05250C2E-2461-4DAC-98C0-CC2B83A263C1}" type="presParOf" srcId="{D62DFF50-B8DC-41B5-8BB1-695A240C39CD}" destId="{8CA1E755-1091-437A-917A-8274CE693675}" srcOrd="3" destOrd="0" presId="urn:microsoft.com/office/officeart/2018/2/layout/IconVerticalSolidList"/>
    <dgm:cxn modelId="{9042A2AB-FCED-47E4-85F0-24977752D3E4}" type="presParOf" srcId="{D62DFF50-B8DC-41B5-8BB1-695A240C39CD}" destId="{4938EFDE-1531-4119-B5CF-4B0610FB4D43}" srcOrd="4" destOrd="0" presId="urn:microsoft.com/office/officeart/2018/2/layout/IconVerticalSolidList"/>
    <dgm:cxn modelId="{0C974F47-1C96-410E-9336-9EB1A844A0F9}" type="presParOf" srcId="{4938EFDE-1531-4119-B5CF-4B0610FB4D43}" destId="{A8408B03-B23F-44B8-8AFD-83B8E99D4EDD}" srcOrd="0" destOrd="0" presId="urn:microsoft.com/office/officeart/2018/2/layout/IconVerticalSolidList"/>
    <dgm:cxn modelId="{10F33479-0307-4460-8EC3-DEAA7D93196E}" type="presParOf" srcId="{4938EFDE-1531-4119-B5CF-4B0610FB4D43}" destId="{E033419B-75B8-4072-98E6-A3D6AA6D2450}" srcOrd="1" destOrd="0" presId="urn:microsoft.com/office/officeart/2018/2/layout/IconVerticalSolidList"/>
    <dgm:cxn modelId="{24C35BBC-3F40-49B4-B601-497E0E6FE614}" type="presParOf" srcId="{4938EFDE-1531-4119-B5CF-4B0610FB4D43}" destId="{400CE7BF-9EE1-4734-96EA-C547185114BB}" srcOrd="2" destOrd="0" presId="urn:microsoft.com/office/officeart/2018/2/layout/IconVerticalSolidList"/>
    <dgm:cxn modelId="{3B148147-4DEE-4CFA-B90C-E5EC4A66A210}" type="presParOf" srcId="{4938EFDE-1531-4119-B5CF-4B0610FB4D43}" destId="{6F28EC54-5467-4888-B09F-8A4F92FAFDB0}" srcOrd="3" destOrd="0" presId="urn:microsoft.com/office/officeart/2018/2/layout/IconVerticalSolidList"/>
    <dgm:cxn modelId="{C63146D9-ADE3-438C-938F-A9E3DF5409D7}" type="presParOf" srcId="{D62DFF50-B8DC-41B5-8BB1-695A240C39CD}" destId="{D1D5D974-A6B7-4127-A8BF-C0FDDC2C30E8}" srcOrd="5" destOrd="0" presId="urn:microsoft.com/office/officeart/2018/2/layout/IconVerticalSolidList"/>
    <dgm:cxn modelId="{3EB79232-86D1-4185-AB59-F7FD81C3A156}" type="presParOf" srcId="{D62DFF50-B8DC-41B5-8BB1-695A240C39CD}" destId="{02DA8A2D-0C60-455A-BCB4-2E520B444076}" srcOrd="6" destOrd="0" presId="urn:microsoft.com/office/officeart/2018/2/layout/IconVerticalSolidList"/>
    <dgm:cxn modelId="{1A98F431-4A53-402B-88CF-941EE4498334}" type="presParOf" srcId="{02DA8A2D-0C60-455A-BCB4-2E520B444076}" destId="{4C6DFD95-5D02-4F0D-B747-90457A82D38C}" srcOrd="0" destOrd="0" presId="urn:microsoft.com/office/officeart/2018/2/layout/IconVerticalSolidList"/>
    <dgm:cxn modelId="{A11199DE-F8EB-4292-A59A-11CD785A69B6}" type="presParOf" srcId="{02DA8A2D-0C60-455A-BCB4-2E520B444076}" destId="{A6814F6D-02FB-48F1-8A86-4E6DCF528766}" srcOrd="1" destOrd="0" presId="urn:microsoft.com/office/officeart/2018/2/layout/IconVerticalSolidList"/>
    <dgm:cxn modelId="{CB0B4B83-7772-41BB-BDA5-F9EFB2AC9DB5}" type="presParOf" srcId="{02DA8A2D-0C60-455A-BCB4-2E520B444076}" destId="{3C50D8F8-0B06-4522-B05D-41022F6E5449}" srcOrd="2" destOrd="0" presId="urn:microsoft.com/office/officeart/2018/2/layout/IconVerticalSolidList"/>
    <dgm:cxn modelId="{D78C94CF-A89E-4ECF-A694-28FF03C8BF8D}" type="presParOf" srcId="{02DA8A2D-0C60-455A-BCB4-2E520B444076}" destId="{1184E41A-998D-426F-900E-F754ECEEB6EB}" srcOrd="3" destOrd="0" presId="urn:microsoft.com/office/officeart/2018/2/layout/IconVerticalSolidList"/>
    <dgm:cxn modelId="{7A742AA3-813A-42CC-B92B-4AECCBE407F8}" type="presParOf" srcId="{D62DFF50-B8DC-41B5-8BB1-695A240C39CD}" destId="{E2914BDB-09D2-4E18-9773-31C424EEF6C0}" srcOrd="7" destOrd="0" presId="urn:microsoft.com/office/officeart/2018/2/layout/IconVerticalSolidList"/>
    <dgm:cxn modelId="{ADF595D8-3455-43EA-97A2-CCCADF8EE8C6}" type="presParOf" srcId="{D62DFF50-B8DC-41B5-8BB1-695A240C39CD}" destId="{3756AB08-0149-487C-A552-F7A77B66A9AC}" srcOrd="8" destOrd="0" presId="urn:microsoft.com/office/officeart/2018/2/layout/IconVerticalSolidList"/>
    <dgm:cxn modelId="{ACC52EA8-F0E3-4292-81FC-C2042E9181F5}" type="presParOf" srcId="{3756AB08-0149-487C-A552-F7A77B66A9AC}" destId="{401D067D-F5CD-4B0C-9E04-5473B8D4090D}" srcOrd="0" destOrd="0" presId="urn:microsoft.com/office/officeart/2018/2/layout/IconVerticalSolidList"/>
    <dgm:cxn modelId="{5E1F26B7-62F4-4F31-ADF9-F603E319AF80}" type="presParOf" srcId="{3756AB08-0149-487C-A552-F7A77B66A9AC}" destId="{8C890F99-02A9-4FEE-A56C-40651711C66C}" srcOrd="1" destOrd="0" presId="urn:microsoft.com/office/officeart/2018/2/layout/IconVerticalSolidList"/>
    <dgm:cxn modelId="{67B141D1-633B-491A-AB21-E9DF9339035D}" type="presParOf" srcId="{3756AB08-0149-487C-A552-F7A77B66A9AC}" destId="{C34F2903-0694-4628-AFF2-AD986CF8F2EA}" srcOrd="2" destOrd="0" presId="urn:microsoft.com/office/officeart/2018/2/layout/IconVerticalSolidList"/>
    <dgm:cxn modelId="{2F36D870-454A-45E9-8C00-BADAE07553D5}" type="presParOf" srcId="{3756AB08-0149-487C-A552-F7A77B66A9AC}" destId="{206DD622-6FBB-435E-AC04-6676F648F48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4EF27AC-0ED5-466F-B6DD-CDBF2180CBCB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B71E50AC-A1B5-4B8B-92EB-5113D1A87F69}">
      <dgm:prSet/>
      <dgm:spPr/>
      <dgm:t>
        <a:bodyPr/>
        <a:lstStyle/>
        <a:p>
          <a:r>
            <a:rPr lang="en-US"/>
            <a:t>How many questions were generated on Stack Overflow per change of each type?</a:t>
          </a:r>
        </a:p>
      </dgm:t>
    </dgm:pt>
    <dgm:pt modelId="{02BD30DB-9D83-42FA-949D-9008D72E2A54}" type="parTrans" cxnId="{D2C20907-A845-44A4-90FC-4BE97D449408}">
      <dgm:prSet/>
      <dgm:spPr/>
      <dgm:t>
        <a:bodyPr/>
        <a:lstStyle/>
        <a:p>
          <a:endParaRPr lang="en-US"/>
        </a:p>
      </dgm:t>
    </dgm:pt>
    <dgm:pt modelId="{EEFCEDB5-486F-4C1C-8437-F5D5F97D7293}" type="sibTrans" cxnId="{D2C20907-A845-44A4-90FC-4BE97D449408}">
      <dgm:prSet/>
      <dgm:spPr/>
      <dgm:t>
        <a:bodyPr/>
        <a:lstStyle/>
        <a:p>
          <a:endParaRPr lang="en-US"/>
        </a:p>
      </dgm:t>
    </dgm:pt>
    <dgm:pt modelId="{A769B828-8C1B-4710-848B-D4594FB37198}">
      <dgm:prSet/>
      <dgm:spPr/>
      <dgm:t>
        <a:bodyPr/>
        <a:lstStyle/>
        <a:p>
          <a:r>
            <a:rPr lang="en-US"/>
            <a:t>Add Method is the highest with an average of 63 questions per change.</a:t>
          </a:r>
        </a:p>
      </dgm:t>
    </dgm:pt>
    <dgm:pt modelId="{7D27395C-F489-48DC-8CA3-45050B70AC34}" type="parTrans" cxnId="{5951A195-5F60-4842-8B12-D34257602383}">
      <dgm:prSet/>
      <dgm:spPr/>
      <dgm:t>
        <a:bodyPr/>
        <a:lstStyle/>
        <a:p>
          <a:endParaRPr lang="en-US"/>
        </a:p>
      </dgm:t>
    </dgm:pt>
    <dgm:pt modelId="{80C5FDFD-36D4-4A83-AD1F-1B878BE25207}" type="sibTrans" cxnId="{5951A195-5F60-4842-8B12-D34257602383}">
      <dgm:prSet/>
      <dgm:spPr/>
      <dgm:t>
        <a:bodyPr/>
        <a:lstStyle/>
        <a:p>
          <a:endParaRPr lang="en-US"/>
        </a:p>
      </dgm:t>
    </dgm:pt>
    <dgm:pt modelId="{9C77DDEA-E3CE-476A-BBEE-ADFEB445C1F3}">
      <dgm:prSet/>
      <dgm:spPr/>
      <dgm:t>
        <a:bodyPr/>
        <a:lstStyle/>
        <a:p>
          <a:r>
            <a:rPr lang="en-US"/>
            <a:t>Method-level changes result in more questions than parameter-level changes.</a:t>
          </a:r>
        </a:p>
      </dgm:t>
    </dgm:pt>
    <dgm:pt modelId="{FFC6D1FD-CA62-44AB-BAF7-127E6A0E34ED}" type="parTrans" cxnId="{30341C70-22C8-43B6-A0C5-E72E7CE2F834}">
      <dgm:prSet/>
      <dgm:spPr/>
      <dgm:t>
        <a:bodyPr/>
        <a:lstStyle/>
        <a:p>
          <a:endParaRPr lang="en-US"/>
        </a:p>
      </dgm:t>
    </dgm:pt>
    <dgm:pt modelId="{1935DFB4-B071-4F2D-9E91-471BDDFBAB5A}" type="sibTrans" cxnId="{30341C70-22C8-43B6-A0C5-E72E7CE2F834}">
      <dgm:prSet/>
      <dgm:spPr/>
      <dgm:t>
        <a:bodyPr/>
        <a:lstStyle/>
        <a:p>
          <a:endParaRPr lang="en-US"/>
        </a:p>
      </dgm:t>
    </dgm:pt>
    <dgm:pt modelId="{518F073C-4616-456F-8377-AC61C2D1F91F}" type="pres">
      <dgm:prSet presAssocID="{F4EF27AC-0ED5-466F-B6DD-CDBF2180CBCB}" presName="root" presStyleCnt="0">
        <dgm:presLayoutVars>
          <dgm:dir/>
          <dgm:resizeHandles val="exact"/>
        </dgm:presLayoutVars>
      </dgm:prSet>
      <dgm:spPr/>
    </dgm:pt>
    <dgm:pt modelId="{29FD90C2-1D33-42BF-A178-8CE17FB26215}" type="pres">
      <dgm:prSet presAssocID="{B71E50AC-A1B5-4B8B-92EB-5113D1A87F69}" presName="compNode" presStyleCnt="0"/>
      <dgm:spPr/>
    </dgm:pt>
    <dgm:pt modelId="{898B6617-EFA8-4075-B67F-2774018B3440}" type="pres">
      <dgm:prSet presAssocID="{B71E50AC-A1B5-4B8B-92EB-5113D1A87F69}" presName="bgRect" presStyleLbl="bgShp" presStyleIdx="0" presStyleCnt="3"/>
      <dgm:spPr/>
    </dgm:pt>
    <dgm:pt modelId="{2B2DDBEC-0837-48D2-84A0-8C1E5BA06F51}" type="pres">
      <dgm:prSet presAssocID="{B71E50AC-A1B5-4B8B-92EB-5113D1A87F6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p"/>
        </a:ext>
      </dgm:extLst>
    </dgm:pt>
    <dgm:pt modelId="{2B653CB1-5C3D-432B-937E-12AF8837A3F7}" type="pres">
      <dgm:prSet presAssocID="{B71E50AC-A1B5-4B8B-92EB-5113D1A87F69}" presName="spaceRect" presStyleCnt="0"/>
      <dgm:spPr/>
    </dgm:pt>
    <dgm:pt modelId="{A89AD9BF-B89F-4326-B264-00ACF7E98FFE}" type="pres">
      <dgm:prSet presAssocID="{B71E50AC-A1B5-4B8B-92EB-5113D1A87F69}" presName="parTx" presStyleLbl="revTx" presStyleIdx="0" presStyleCnt="3">
        <dgm:presLayoutVars>
          <dgm:chMax val="0"/>
          <dgm:chPref val="0"/>
        </dgm:presLayoutVars>
      </dgm:prSet>
      <dgm:spPr/>
    </dgm:pt>
    <dgm:pt modelId="{2386B936-52ED-4F6F-82BB-16A2A3DEA069}" type="pres">
      <dgm:prSet presAssocID="{EEFCEDB5-486F-4C1C-8437-F5D5F97D7293}" presName="sibTrans" presStyleCnt="0"/>
      <dgm:spPr/>
    </dgm:pt>
    <dgm:pt modelId="{1F935C7A-C656-427B-9E1B-C19C1498E394}" type="pres">
      <dgm:prSet presAssocID="{A769B828-8C1B-4710-848B-D4594FB37198}" presName="compNode" presStyleCnt="0"/>
      <dgm:spPr/>
    </dgm:pt>
    <dgm:pt modelId="{A4BD9DD1-8AE7-43CE-B8FF-6C245791D1C6}" type="pres">
      <dgm:prSet presAssocID="{A769B828-8C1B-4710-848B-D4594FB37198}" presName="bgRect" presStyleLbl="bgShp" presStyleIdx="1" presStyleCnt="3"/>
      <dgm:spPr/>
    </dgm:pt>
    <dgm:pt modelId="{70C93D03-8AD0-46E8-BFE9-027899D48824}" type="pres">
      <dgm:prSet presAssocID="{A769B828-8C1B-4710-848B-D4594FB3719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d with solid fill"/>
        </a:ext>
      </dgm:extLst>
    </dgm:pt>
    <dgm:pt modelId="{7D0959EB-9DF1-4A78-B581-28B2A5070AB4}" type="pres">
      <dgm:prSet presAssocID="{A769B828-8C1B-4710-848B-D4594FB37198}" presName="spaceRect" presStyleCnt="0"/>
      <dgm:spPr/>
    </dgm:pt>
    <dgm:pt modelId="{650710DB-20BF-4AD3-A10C-799A174DCC5F}" type="pres">
      <dgm:prSet presAssocID="{A769B828-8C1B-4710-848B-D4594FB37198}" presName="parTx" presStyleLbl="revTx" presStyleIdx="1" presStyleCnt="3">
        <dgm:presLayoutVars>
          <dgm:chMax val="0"/>
          <dgm:chPref val="0"/>
        </dgm:presLayoutVars>
      </dgm:prSet>
      <dgm:spPr/>
    </dgm:pt>
    <dgm:pt modelId="{7690907F-401E-4D48-9B27-E74AF490D9A2}" type="pres">
      <dgm:prSet presAssocID="{80C5FDFD-36D4-4A83-AD1F-1B878BE25207}" presName="sibTrans" presStyleCnt="0"/>
      <dgm:spPr/>
    </dgm:pt>
    <dgm:pt modelId="{04A18F0F-D7D4-4310-ADF6-B3E9B02271E6}" type="pres">
      <dgm:prSet presAssocID="{9C77DDEA-E3CE-476A-BBEE-ADFEB445C1F3}" presName="compNode" presStyleCnt="0"/>
      <dgm:spPr/>
    </dgm:pt>
    <dgm:pt modelId="{AC8871DB-FF4B-4BC6-9FF4-7D6B472227CA}" type="pres">
      <dgm:prSet presAssocID="{9C77DDEA-E3CE-476A-BBEE-ADFEB445C1F3}" presName="bgRect" presStyleLbl="bgShp" presStyleIdx="2" presStyleCnt="3"/>
      <dgm:spPr/>
    </dgm:pt>
    <dgm:pt modelId="{5C083F39-1EAF-4F02-90C9-01DA2C92D2CD}" type="pres">
      <dgm:prSet presAssocID="{9C77DDEA-E3CE-476A-BBEE-ADFEB445C1F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 with solid fill"/>
        </a:ext>
      </dgm:extLst>
    </dgm:pt>
    <dgm:pt modelId="{22F569C4-D3F3-4CCB-B521-426A4F9AB6AD}" type="pres">
      <dgm:prSet presAssocID="{9C77DDEA-E3CE-476A-BBEE-ADFEB445C1F3}" presName="spaceRect" presStyleCnt="0"/>
      <dgm:spPr/>
    </dgm:pt>
    <dgm:pt modelId="{AF17C3C4-48A0-47E7-8A39-F381D649319A}" type="pres">
      <dgm:prSet presAssocID="{9C77DDEA-E3CE-476A-BBEE-ADFEB445C1F3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D2C20907-A845-44A4-90FC-4BE97D449408}" srcId="{F4EF27AC-0ED5-466F-B6DD-CDBF2180CBCB}" destId="{B71E50AC-A1B5-4B8B-92EB-5113D1A87F69}" srcOrd="0" destOrd="0" parTransId="{02BD30DB-9D83-42FA-949D-9008D72E2A54}" sibTransId="{EEFCEDB5-486F-4C1C-8437-F5D5F97D7293}"/>
    <dgm:cxn modelId="{98D98347-FE50-4BC7-B627-9CB1F84E8BAA}" type="presOf" srcId="{F4EF27AC-0ED5-466F-B6DD-CDBF2180CBCB}" destId="{518F073C-4616-456F-8377-AC61C2D1F91F}" srcOrd="0" destOrd="0" presId="urn:microsoft.com/office/officeart/2018/2/layout/IconVerticalSolidList"/>
    <dgm:cxn modelId="{30341C70-22C8-43B6-A0C5-E72E7CE2F834}" srcId="{F4EF27AC-0ED5-466F-B6DD-CDBF2180CBCB}" destId="{9C77DDEA-E3CE-476A-BBEE-ADFEB445C1F3}" srcOrd="2" destOrd="0" parTransId="{FFC6D1FD-CA62-44AB-BAF7-127E6A0E34ED}" sibTransId="{1935DFB4-B071-4F2D-9E91-471BDDFBAB5A}"/>
    <dgm:cxn modelId="{BC809E89-2CD8-4F62-9731-BBFD6FDDC0E7}" type="presOf" srcId="{B71E50AC-A1B5-4B8B-92EB-5113D1A87F69}" destId="{A89AD9BF-B89F-4326-B264-00ACF7E98FFE}" srcOrd="0" destOrd="0" presId="urn:microsoft.com/office/officeart/2018/2/layout/IconVerticalSolidList"/>
    <dgm:cxn modelId="{5951A195-5F60-4842-8B12-D34257602383}" srcId="{F4EF27AC-0ED5-466F-B6DD-CDBF2180CBCB}" destId="{A769B828-8C1B-4710-848B-D4594FB37198}" srcOrd="1" destOrd="0" parTransId="{7D27395C-F489-48DC-8CA3-45050B70AC34}" sibTransId="{80C5FDFD-36D4-4A83-AD1F-1B878BE25207}"/>
    <dgm:cxn modelId="{8564779D-1166-457F-98FA-82E6E66973CB}" type="presOf" srcId="{A769B828-8C1B-4710-848B-D4594FB37198}" destId="{650710DB-20BF-4AD3-A10C-799A174DCC5F}" srcOrd="0" destOrd="0" presId="urn:microsoft.com/office/officeart/2018/2/layout/IconVerticalSolidList"/>
    <dgm:cxn modelId="{90AC64EC-1AA7-46E6-BB05-1E6F0FB8B3BB}" type="presOf" srcId="{9C77DDEA-E3CE-476A-BBEE-ADFEB445C1F3}" destId="{AF17C3C4-48A0-47E7-8A39-F381D649319A}" srcOrd="0" destOrd="0" presId="urn:microsoft.com/office/officeart/2018/2/layout/IconVerticalSolidList"/>
    <dgm:cxn modelId="{41253AB4-ABC1-4029-B282-D07B2B05B900}" type="presParOf" srcId="{518F073C-4616-456F-8377-AC61C2D1F91F}" destId="{29FD90C2-1D33-42BF-A178-8CE17FB26215}" srcOrd="0" destOrd="0" presId="urn:microsoft.com/office/officeart/2018/2/layout/IconVerticalSolidList"/>
    <dgm:cxn modelId="{9EBB4B02-9188-4CAD-B760-33AB58EC9601}" type="presParOf" srcId="{29FD90C2-1D33-42BF-A178-8CE17FB26215}" destId="{898B6617-EFA8-4075-B67F-2774018B3440}" srcOrd="0" destOrd="0" presId="urn:microsoft.com/office/officeart/2018/2/layout/IconVerticalSolidList"/>
    <dgm:cxn modelId="{C9874A7E-91B8-483C-A056-921FD09ECF7D}" type="presParOf" srcId="{29FD90C2-1D33-42BF-A178-8CE17FB26215}" destId="{2B2DDBEC-0837-48D2-84A0-8C1E5BA06F51}" srcOrd="1" destOrd="0" presId="urn:microsoft.com/office/officeart/2018/2/layout/IconVerticalSolidList"/>
    <dgm:cxn modelId="{D7B20909-4100-4DFC-9017-69949FF42BB7}" type="presParOf" srcId="{29FD90C2-1D33-42BF-A178-8CE17FB26215}" destId="{2B653CB1-5C3D-432B-937E-12AF8837A3F7}" srcOrd="2" destOrd="0" presId="urn:microsoft.com/office/officeart/2018/2/layout/IconVerticalSolidList"/>
    <dgm:cxn modelId="{13B9CC5B-FD75-433A-A064-11B3FD8992F1}" type="presParOf" srcId="{29FD90C2-1D33-42BF-A178-8CE17FB26215}" destId="{A89AD9BF-B89F-4326-B264-00ACF7E98FFE}" srcOrd="3" destOrd="0" presId="urn:microsoft.com/office/officeart/2018/2/layout/IconVerticalSolidList"/>
    <dgm:cxn modelId="{C5D47249-A19C-4930-A004-C3069A53B6BC}" type="presParOf" srcId="{518F073C-4616-456F-8377-AC61C2D1F91F}" destId="{2386B936-52ED-4F6F-82BB-16A2A3DEA069}" srcOrd="1" destOrd="0" presId="urn:microsoft.com/office/officeart/2018/2/layout/IconVerticalSolidList"/>
    <dgm:cxn modelId="{D522E73A-1EA3-4B30-9AA8-771E6A15D1DB}" type="presParOf" srcId="{518F073C-4616-456F-8377-AC61C2D1F91F}" destId="{1F935C7A-C656-427B-9E1B-C19C1498E394}" srcOrd="2" destOrd="0" presId="urn:microsoft.com/office/officeart/2018/2/layout/IconVerticalSolidList"/>
    <dgm:cxn modelId="{0A7DD4BA-05A0-4F1C-A962-791106523713}" type="presParOf" srcId="{1F935C7A-C656-427B-9E1B-C19C1498E394}" destId="{A4BD9DD1-8AE7-43CE-B8FF-6C245791D1C6}" srcOrd="0" destOrd="0" presId="urn:microsoft.com/office/officeart/2018/2/layout/IconVerticalSolidList"/>
    <dgm:cxn modelId="{EF37B9BC-509A-4581-9088-22A581ED066B}" type="presParOf" srcId="{1F935C7A-C656-427B-9E1B-C19C1498E394}" destId="{70C93D03-8AD0-46E8-BFE9-027899D48824}" srcOrd="1" destOrd="0" presId="urn:microsoft.com/office/officeart/2018/2/layout/IconVerticalSolidList"/>
    <dgm:cxn modelId="{49598EE1-6ACF-4832-89C4-F5D981B34D2A}" type="presParOf" srcId="{1F935C7A-C656-427B-9E1B-C19C1498E394}" destId="{7D0959EB-9DF1-4A78-B581-28B2A5070AB4}" srcOrd="2" destOrd="0" presId="urn:microsoft.com/office/officeart/2018/2/layout/IconVerticalSolidList"/>
    <dgm:cxn modelId="{06D99583-D465-4944-B8FE-56F7106CE9BC}" type="presParOf" srcId="{1F935C7A-C656-427B-9E1B-C19C1498E394}" destId="{650710DB-20BF-4AD3-A10C-799A174DCC5F}" srcOrd="3" destOrd="0" presId="urn:microsoft.com/office/officeart/2018/2/layout/IconVerticalSolidList"/>
    <dgm:cxn modelId="{0D2E6ACE-2358-418C-8CDF-41866A12D286}" type="presParOf" srcId="{518F073C-4616-456F-8377-AC61C2D1F91F}" destId="{7690907F-401E-4D48-9B27-E74AF490D9A2}" srcOrd="3" destOrd="0" presId="urn:microsoft.com/office/officeart/2018/2/layout/IconVerticalSolidList"/>
    <dgm:cxn modelId="{393506A7-E439-49BD-82E0-E61994998B08}" type="presParOf" srcId="{518F073C-4616-456F-8377-AC61C2D1F91F}" destId="{04A18F0F-D7D4-4310-ADF6-B3E9B02271E6}" srcOrd="4" destOrd="0" presId="urn:microsoft.com/office/officeart/2018/2/layout/IconVerticalSolidList"/>
    <dgm:cxn modelId="{720A44D4-6F50-4DAE-AFED-E40338C3D0F5}" type="presParOf" srcId="{04A18F0F-D7D4-4310-ADF6-B3E9B02271E6}" destId="{AC8871DB-FF4B-4BC6-9FF4-7D6B472227CA}" srcOrd="0" destOrd="0" presId="urn:microsoft.com/office/officeart/2018/2/layout/IconVerticalSolidList"/>
    <dgm:cxn modelId="{62796C70-3C7F-4F0C-8AC3-752502909DBC}" type="presParOf" srcId="{04A18F0F-D7D4-4310-ADF6-B3E9B02271E6}" destId="{5C083F39-1EAF-4F02-90C9-01DA2C92D2CD}" srcOrd="1" destOrd="0" presId="urn:microsoft.com/office/officeart/2018/2/layout/IconVerticalSolidList"/>
    <dgm:cxn modelId="{87326F78-85F6-4FD4-9925-3236C5446CD5}" type="presParOf" srcId="{04A18F0F-D7D4-4310-ADF6-B3E9B02271E6}" destId="{22F569C4-D3F3-4CCB-B521-426A4F9AB6AD}" srcOrd="2" destOrd="0" presId="urn:microsoft.com/office/officeart/2018/2/layout/IconVerticalSolidList"/>
    <dgm:cxn modelId="{A8ED969E-5C39-412B-9236-EEDF8882FF19}" type="presParOf" srcId="{04A18F0F-D7D4-4310-ADF6-B3E9B02271E6}" destId="{AF17C3C4-48A0-47E7-8A39-F381D649319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EED18AC-B478-428A-B8FF-99CF50793466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03796E57-7F0C-4498-B854-7C815083B8F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Score</a:t>
          </a:r>
        </a:p>
      </dgm:t>
    </dgm:pt>
    <dgm:pt modelId="{A906B12A-76EF-4B9E-8378-1E723C756605}" type="parTrans" cxnId="{E7FFE151-655E-4C26-8B43-544640EA51E6}">
      <dgm:prSet/>
      <dgm:spPr/>
      <dgm:t>
        <a:bodyPr/>
        <a:lstStyle/>
        <a:p>
          <a:endParaRPr lang="en-US"/>
        </a:p>
      </dgm:t>
    </dgm:pt>
    <dgm:pt modelId="{57022FAB-B8DC-43CB-B456-90F31D075C28}" type="sibTrans" cxnId="{E7FFE151-655E-4C26-8B43-544640EA51E6}">
      <dgm:prSet/>
      <dgm:spPr/>
      <dgm:t>
        <a:bodyPr/>
        <a:lstStyle/>
        <a:p>
          <a:endParaRPr lang="en-US"/>
        </a:p>
      </dgm:t>
    </dgm:pt>
    <dgm:pt modelId="{95CC52EA-2490-4758-9F3E-24D2C77E9A3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difference between up-votes and down-votes. </a:t>
          </a:r>
        </a:p>
      </dgm:t>
    </dgm:pt>
    <dgm:pt modelId="{41EFC91D-F9DD-4C36-A24E-D703E153FAF8}" type="parTrans" cxnId="{BA2B8F22-31D1-4865-AB0B-EB9E091352EE}">
      <dgm:prSet/>
      <dgm:spPr/>
      <dgm:t>
        <a:bodyPr/>
        <a:lstStyle/>
        <a:p>
          <a:endParaRPr lang="en-US"/>
        </a:p>
      </dgm:t>
    </dgm:pt>
    <dgm:pt modelId="{D06663C9-B999-4292-A351-E17C39A37454}" type="sibTrans" cxnId="{BA2B8F22-31D1-4865-AB0B-EB9E091352EE}">
      <dgm:prSet/>
      <dgm:spPr/>
      <dgm:t>
        <a:bodyPr/>
        <a:lstStyle/>
        <a:p>
          <a:endParaRPr lang="en-US"/>
        </a:p>
      </dgm:t>
    </dgm:pt>
    <dgm:pt modelId="{4010DB63-201A-4D63-8941-672835679C8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View Count</a:t>
          </a:r>
        </a:p>
      </dgm:t>
    </dgm:pt>
    <dgm:pt modelId="{C3B0A209-7291-41B8-B217-833EC0A1FC05}" type="parTrans" cxnId="{B51E6678-2BDE-422B-839F-35429C77715E}">
      <dgm:prSet/>
      <dgm:spPr/>
      <dgm:t>
        <a:bodyPr/>
        <a:lstStyle/>
        <a:p>
          <a:endParaRPr lang="en-US"/>
        </a:p>
      </dgm:t>
    </dgm:pt>
    <dgm:pt modelId="{AF86ED5B-8A73-460D-AA34-2FA7FA5181C5}" type="sibTrans" cxnId="{B51E6678-2BDE-422B-839F-35429C77715E}">
      <dgm:prSet/>
      <dgm:spPr/>
      <dgm:t>
        <a:bodyPr/>
        <a:lstStyle/>
        <a:p>
          <a:endParaRPr lang="en-US"/>
        </a:p>
      </dgm:t>
    </dgm:pt>
    <dgm:pt modelId="{02AFF055-6B21-4316-912F-7B12E01AA9E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number of times the question has been viewed. </a:t>
          </a:r>
        </a:p>
      </dgm:t>
    </dgm:pt>
    <dgm:pt modelId="{11D60CA8-82EE-4B0D-BA8F-0132D8CEF7D9}" type="parTrans" cxnId="{941261CA-758C-4E21-B994-CF065C0DC400}">
      <dgm:prSet/>
      <dgm:spPr/>
      <dgm:t>
        <a:bodyPr/>
        <a:lstStyle/>
        <a:p>
          <a:endParaRPr lang="en-US"/>
        </a:p>
      </dgm:t>
    </dgm:pt>
    <dgm:pt modelId="{D928A79A-3C3E-4851-B45A-CE0D61B54CB9}" type="sibTrans" cxnId="{941261CA-758C-4E21-B994-CF065C0DC400}">
      <dgm:prSet/>
      <dgm:spPr/>
      <dgm:t>
        <a:bodyPr/>
        <a:lstStyle/>
        <a:p>
          <a:endParaRPr lang="en-US"/>
        </a:p>
      </dgm:t>
    </dgm:pt>
    <dgm:pt modelId="{7ACB224D-EBE9-429E-B277-7156242E5B0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Answer Count</a:t>
          </a:r>
        </a:p>
      </dgm:t>
    </dgm:pt>
    <dgm:pt modelId="{D21BC149-3B39-4E39-8422-1E3CF6BC6760}" type="parTrans" cxnId="{3C297BC0-D3FD-4F74-955D-D455EDE379F9}">
      <dgm:prSet/>
      <dgm:spPr/>
      <dgm:t>
        <a:bodyPr/>
        <a:lstStyle/>
        <a:p>
          <a:endParaRPr lang="en-US"/>
        </a:p>
      </dgm:t>
    </dgm:pt>
    <dgm:pt modelId="{686A9245-796E-4B14-8C65-2CF8D144EFBF}" type="sibTrans" cxnId="{3C297BC0-D3FD-4F74-955D-D455EDE379F9}">
      <dgm:prSet/>
      <dgm:spPr/>
      <dgm:t>
        <a:bodyPr/>
        <a:lstStyle/>
        <a:p>
          <a:endParaRPr lang="en-US"/>
        </a:p>
      </dgm:t>
    </dgm:pt>
    <dgm:pt modelId="{98205FFF-8F10-476A-9E81-77AC0F5750E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number of answers for the question. </a:t>
          </a:r>
        </a:p>
      </dgm:t>
    </dgm:pt>
    <dgm:pt modelId="{7B87966A-9C98-4864-AFF3-9BF6F13553AA}" type="parTrans" cxnId="{1501D63D-9B34-43E5-89CC-75F412009B16}">
      <dgm:prSet/>
      <dgm:spPr/>
      <dgm:t>
        <a:bodyPr/>
        <a:lstStyle/>
        <a:p>
          <a:endParaRPr lang="en-US"/>
        </a:p>
      </dgm:t>
    </dgm:pt>
    <dgm:pt modelId="{57993A90-6B4A-4FAD-AEE1-1103EC883AF8}" type="sibTrans" cxnId="{1501D63D-9B34-43E5-89CC-75F412009B16}">
      <dgm:prSet/>
      <dgm:spPr/>
      <dgm:t>
        <a:bodyPr/>
        <a:lstStyle/>
        <a:p>
          <a:endParaRPr lang="en-US"/>
        </a:p>
      </dgm:t>
    </dgm:pt>
    <dgm:pt modelId="{699DC573-C595-407C-AD95-FD1A6489F922}" type="pres">
      <dgm:prSet presAssocID="{8EED18AC-B478-428A-B8FF-99CF50793466}" presName="root" presStyleCnt="0">
        <dgm:presLayoutVars>
          <dgm:dir/>
          <dgm:resizeHandles val="exact"/>
        </dgm:presLayoutVars>
      </dgm:prSet>
      <dgm:spPr/>
    </dgm:pt>
    <dgm:pt modelId="{3C733711-A134-4422-9AF0-56976C83C8BA}" type="pres">
      <dgm:prSet presAssocID="{03796E57-7F0C-4498-B854-7C815083B8F6}" presName="compNode" presStyleCnt="0"/>
      <dgm:spPr/>
    </dgm:pt>
    <dgm:pt modelId="{D2E6470A-265B-435D-9797-279A47A5084A}" type="pres">
      <dgm:prSet presAssocID="{03796E57-7F0C-4498-B854-7C815083B8F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E5D9242-9D86-4F99-9289-45B5BFDA79F9}" type="pres">
      <dgm:prSet presAssocID="{03796E57-7F0C-4498-B854-7C815083B8F6}" presName="iconSpace" presStyleCnt="0"/>
      <dgm:spPr/>
    </dgm:pt>
    <dgm:pt modelId="{890A73B4-512A-4BDF-A1F8-2B831CEAED38}" type="pres">
      <dgm:prSet presAssocID="{03796E57-7F0C-4498-B854-7C815083B8F6}" presName="parTx" presStyleLbl="revTx" presStyleIdx="0" presStyleCnt="6">
        <dgm:presLayoutVars>
          <dgm:chMax val="0"/>
          <dgm:chPref val="0"/>
        </dgm:presLayoutVars>
      </dgm:prSet>
      <dgm:spPr/>
    </dgm:pt>
    <dgm:pt modelId="{0F568EEB-1FD3-4C2E-9981-11EDA20DA96E}" type="pres">
      <dgm:prSet presAssocID="{03796E57-7F0C-4498-B854-7C815083B8F6}" presName="txSpace" presStyleCnt="0"/>
      <dgm:spPr/>
    </dgm:pt>
    <dgm:pt modelId="{B06F32A8-D180-48E1-A384-C6E084E07EEB}" type="pres">
      <dgm:prSet presAssocID="{03796E57-7F0C-4498-B854-7C815083B8F6}" presName="desTx" presStyleLbl="revTx" presStyleIdx="1" presStyleCnt="6">
        <dgm:presLayoutVars/>
      </dgm:prSet>
      <dgm:spPr/>
    </dgm:pt>
    <dgm:pt modelId="{9544904F-5215-45F4-B7FC-45194018A9BB}" type="pres">
      <dgm:prSet presAssocID="{57022FAB-B8DC-43CB-B456-90F31D075C28}" presName="sibTrans" presStyleCnt="0"/>
      <dgm:spPr/>
    </dgm:pt>
    <dgm:pt modelId="{C93DB0CA-1CAC-4F77-AC41-DD70E3966B9C}" type="pres">
      <dgm:prSet presAssocID="{4010DB63-201A-4D63-8941-672835679C8E}" presName="compNode" presStyleCnt="0"/>
      <dgm:spPr/>
    </dgm:pt>
    <dgm:pt modelId="{658C3E1F-CFD7-4EBB-B193-27902044F8EF}" type="pres">
      <dgm:prSet presAssocID="{4010DB63-201A-4D63-8941-672835679C8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0B579C71-4D3A-4484-BCC8-6D32C75999FF}" type="pres">
      <dgm:prSet presAssocID="{4010DB63-201A-4D63-8941-672835679C8E}" presName="iconSpace" presStyleCnt="0"/>
      <dgm:spPr/>
    </dgm:pt>
    <dgm:pt modelId="{E4B88843-8183-4C16-92D3-3B9D6C5BA3BD}" type="pres">
      <dgm:prSet presAssocID="{4010DB63-201A-4D63-8941-672835679C8E}" presName="parTx" presStyleLbl="revTx" presStyleIdx="2" presStyleCnt="6">
        <dgm:presLayoutVars>
          <dgm:chMax val="0"/>
          <dgm:chPref val="0"/>
        </dgm:presLayoutVars>
      </dgm:prSet>
      <dgm:spPr/>
    </dgm:pt>
    <dgm:pt modelId="{2C787F77-BED5-473B-A44E-3A2ED718A14F}" type="pres">
      <dgm:prSet presAssocID="{4010DB63-201A-4D63-8941-672835679C8E}" presName="txSpace" presStyleCnt="0"/>
      <dgm:spPr/>
    </dgm:pt>
    <dgm:pt modelId="{2A77E467-CB82-42C1-90CB-3FDB332FF975}" type="pres">
      <dgm:prSet presAssocID="{4010DB63-201A-4D63-8941-672835679C8E}" presName="desTx" presStyleLbl="revTx" presStyleIdx="3" presStyleCnt="6">
        <dgm:presLayoutVars/>
      </dgm:prSet>
      <dgm:spPr/>
    </dgm:pt>
    <dgm:pt modelId="{90D4B5D9-6E72-40EE-B0D9-F6E2A6643B36}" type="pres">
      <dgm:prSet presAssocID="{AF86ED5B-8A73-460D-AA34-2FA7FA5181C5}" presName="sibTrans" presStyleCnt="0"/>
      <dgm:spPr/>
    </dgm:pt>
    <dgm:pt modelId="{28E71ED5-58A1-4708-8873-602705D36430}" type="pres">
      <dgm:prSet presAssocID="{7ACB224D-EBE9-429E-B277-7156242E5B05}" presName="compNode" presStyleCnt="0"/>
      <dgm:spPr/>
    </dgm:pt>
    <dgm:pt modelId="{C1E18B86-7B1C-4B1D-B7E3-9843536F8DD5}" type="pres">
      <dgm:prSet presAssocID="{7ACB224D-EBE9-429E-B277-7156242E5B0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6BE694BD-24B4-4950-A269-7E252DF6EB8D}" type="pres">
      <dgm:prSet presAssocID="{7ACB224D-EBE9-429E-B277-7156242E5B05}" presName="iconSpace" presStyleCnt="0"/>
      <dgm:spPr/>
    </dgm:pt>
    <dgm:pt modelId="{B3B96F44-626D-419A-9EC1-38831D4E2077}" type="pres">
      <dgm:prSet presAssocID="{7ACB224D-EBE9-429E-B277-7156242E5B05}" presName="parTx" presStyleLbl="revTx" presStyleIdx="4" presStyleCnt="6">
        <dgm:presLayoutVars>
          <dgm:chMax val="0"/>
          <dgm:chPref val="0"/>
        </dgm:presLayoutVars>
      </dgm:prSet>
      <dgm:spPr/>
    </dgm:pt>
    <dgm:pt modelId="{EF069C12-2B74-4543-83BB-CAD25D95372E}" type="pres">
      <dgm:prSet presAssocID="{7ACB224D-EBE9-429E-B277-7156242E5B05}" presName="txSpace" presStyleCnt="0"/>
      <dgm:spPr/>
    </dgm:pt>
    <dgm:pt modelId="{BD9F7050-8B0A-436A-A819-B5ABEDDE4DF5}" type="pres">
      <dgm:prSet presAssocID="{7ACB224D-EBE9-429E-B277-7156242E5B05}" presName="desTx" presStyleLbl="revTx" presStyleIdx="5" presStyleCnt="6">
        <dgm:presLayoutVars/>
      </dgm:prSet>
      <dgm:spPr/>
    </dgm:pt>
  </dgm:ptLst>
  <dgm:cxnLst>
    <dgm:cxn modelId="{BA2B8F22-31D1-4865-AB0B-EB9E091352EE}" srcId="{03796E57-7F0C-4498-B854-7C815083B8F6}" destId="{95CC52EA-2490-4758-9F3E-24D2C77E9A39}" srcOrd="0" destOrd="0" parTransId="{41EFC91D-F9DD-4C36-A24E-D703E153FAF8}" sibTransId="{D06663C9-B999-4292-A351-E17C39A37454}"/>
    <dgm:cxn modelId="{58F81234-F825-4219-91A7-A47AE5DF21DC}" type="presOf" srcId="{7ACB224D-EBE9-429E-B277-7156242E5B05}" destId="{B3B96F44-626D-419A-9EC1-38831D4E2077}" srcOrd="0" destOrd="0" presId="urn:microsoft.com/office/officeart/2018/5/layout/CenteredIconLabelDescriptionList"/>
    <dgm:cxn modelId="{1501D63D-9B34-43E5-89CC-75F412009B16}" srcId="{7ACB224D-EBE9-429E-B277-7156242E5B05}" destId="{98205FFF-8F10-476A-9E81-77AC0F5750E7}" srcOrd="0" destOrd="0" parTransId="{7B87966A-9C98-4864-AFF3-9BF6F13553AA}" sibTransId="{57993A90-6B4A-4FAD-AEE1-1103EC883AF8}"/>
    <dgm:cxn modelId="{9F94A83F-7B3F-4EF6-8304-20031B583FDE}" type="presOf" srcId="{95CC52EA-2490-4758-9F3E-24D2C77E9A39}" destId="{B06F32A8-D180-48E1-A384-C6E084E07EEB}" srcOrd="0" destOrd="0" presId="urn:microsoft.com/office/officeart/2018/5/layout/CenteredIconLabelDescriptionList"/>
    <dgm:cxn modelId="{E7FFE151-655E-4C26-8B43-544640EA51E6}" srcId="{8EED18AC-B478-428A-B8FF-99CF50793466}" destId="{03796E57-7F0C-4498-B854-7C815083B8F6}" srcOrd="0" destOrd="0" parTransId="{A906B12A-76EF-4B9E-8378-1E723C756605}" sibTransId="{57022FAB-B8DC-43CB-B456-90F31D075C28}"/>
    <dgm:cxn modelId="{AD3DA475-5B7B-48D2-87F2-8AE266F4BE65}" type="presOf" srcId="{4010DB63-201A-4D63-8941-672835679C8E}" destId="{E4B88843-8183-4C16-92D3-3B9D6C5BA3BD}" srcOrd="0" destOrd="0" presId="urn:microsoft.com/office/officeart/2018/5/layout/CenteredIconLabelDescriptionList"/>
    <dgm:cxn modelId="{B51E6678-2BDE-422B-839F-35429C77715E}" srcId="{8EED18AC-B478-428A-B8FF-99CF50793466}" destId="{4010DB63-201A-4D63-8941-672835679C8E}" srcOrd="1" destOrd="0" parTransId="{C3B0A209-7291-41B8-B217-833EC0A1FC05}" sibTransId="{AF86ED5B-8A73-460D-AA34-2FA7FA5181C5}"/>
    <dgm:cxn modelId="{4072009D-6687-4727-8649-ACE8B42FE430}" type="presOf" srcId="{02AFF055-6B21-4316-912F-7B12E01AA9E3}" destId="{2A77E467-CB82-42C1-90CB-3FDB332FF975}" srcOrd="0" destOrd="0" presId="urn:microsoft.com/office/officeart/2018/5/layout/CenteredIconLabelDescriptionList"/>
    <dgm:cxn modelId="{28EDCCAE-BFEE-4840-9B8B-B4C4315EA75B}" type="presOf" srcId="{8EED18AC-B478-428A-B8FF-99CF50793466}" destId="{699DC573-C595-407C-AD95-FD1A6489F922}" srcOrd="0" destOrd="0" presId="urn:microsoft.com/office/officeart/2018/5/layout/CenteredIconLabelDescriptionList"/>
    <dgm:cxn modelId="{3C297BC0-D3FD-4F74-955D-D455EDE379F9}" srcId="{8EED18AC-B478-428A-B8FF-99CF50793466}" destId="{7ACB224D-EBE9-429E-B277-7156242E5B05}" srcOrd="2" destOrd="0" parTransId="{D21BC149-3B39-4E39-8422-1E3CF6BC6760}" sibTransId="{686A9245-796E-4B14-8C65-2CF8D144EFBF}"/>
    <dgm:cxn modelId="{6FE322C8-4778-4947-85E7-347B8B3C8D23}" type="presOf" srcId="{98205FFF-8F10-476A-9E81-77AC0F5750E7}" destId="{BD9F7050-8B0A-436A-A819-B5ABEDDE4DF5}" srcOrd="0" destOrd="0" presId="urn:microsoft.com/office/officeart/2018/5/layout/CenteredIconLabelDescriptionList"/>
    <dgm:cxn modelId="{941261CA-758C-4E21-B994-CF065C0DC400}" srcId="{4010DB63-201A-4D63-8941-672835679C8E}" destId="{02AFF055-6B21-4316-912F-7B12E01AA9E3}" srcOrd="0" destOrd="0" parTransId="{11D60CA8-82EE-4B0D-BA8F-0132D8CEF7D9}" sibTransId="{D928A79A-3C3E-4851-B45A-CE0D61B54CB9}"/>
    <dgm:cxn modelId="{6A741DDA-E2C2-4898-B11F-C2B049E24C28}" type="presOf" srcId="{03796E57-7F0C-4498-B854-7C815083B8F6}" destId="{890A73B4-512A-4BDF-A1F8-2B831CEAED38}" srcOrd="0" destOrd="0" presId="urn:microsoft.com/office/officeart/2018/5/layout/CenteredIconLabelDescriptionList"/>
    <dgm:cxn modelId="{32062166-7495-4D33-A643-AE7EC5D612F8}" type="presParOf" srcId="{699DC573-C595-407C-AD95-FD1A6489F922}" destId="{3C733711-A134-4422-9AF0-56976C83C8BA}" srcOrd="0" destOrd="0" presId="urn:microsoft.com/office/officeart/2018/5/layout/CenteredIconLabelDescriptionList"/>
    <dgm:cxn modelId="{1C9487A4-55BA-479B-8574-8C34EE482DC9}" type="presParOf" srcId="{3C733711-A134-4422-9AF0-56976C83C8BA}" destId="{D2E6470A-265B-435D-9797-279A47A5084A}" srcOrd="0" destOrd="0" presId="urn:microsoft.com/office/officeart/2018/5/layout/CenteredIconLabelDescriptionList"/>
    <dgm:cxn modelId="{907C0360-2AC5-43F1-81A8-B27396312DC7}" type="presParOf" srcId="{3C733711-A134-4422-9AF0-56976C83C8BA}" destId="{EE5D9242-9D86-4F99-9289-45B5BFDA79F9}" srcOrd="1" destOrd="0" presId="urn:microsoft.com/office/officeart/2018/5/layout/CenteredIconLabelDescriptionList"/>
    <dgm:cxn modelId="{35847F3D-4E63-4E76-87E6-1F342CBFB8C5}" type="presParOf" srcId="{3C733711-A134-4422-9AF0-56976C83C8BA}" destId="{890A73B4-512A-4BDF-A1F8-2B831CEAED38}" srcOrd="2" destOrd="0" presId="urn:microsoft.com/office/officeart/2018/5/layout/CenteredIconLabelDescriptionList"/>
    <dgm:cxn modelId="{F9644172-1AB4-4FFE-A401-06CD5F24CC48}" type="presParOf" srcId="{3C733711-A134-4422-9AF0-56976C83C8BA}" destId="{0F568EEB-1FD3-4C2E-9981-11EDA20DA96E}" srcOrd="3" destOrd="0" presId="urn:microsoft.com/office/officeart/2018/5/layout/CenteredIconLabelDescriptionList"/>
    <dgm:cxn modelId="{32C4D996-4CF3-4ED0-829C-9C68F9DDCF34}" type="presParOf" srcId="{3C733711-A134-4422-9AF0-56976C83C8BA}" destId="{B06F32A8-D180-48E1-A384-C6E084E07EEB}" srcOrd="4" destOrd="0" presId="urn:microsoft.com/office/officeart/2018/5/layout/CenteredIconLabelDescriptionList"/>
    <dgm:cxn modelId="{E15B3509-D1F0-4BC4-8AA7-E7311937A7F0}" type="presParOf" srcId="{699DC573-C595-407C-AD95-FD1A6489F922}" destId="{9544904F-5215-45F4-B7FC-45194018A9BB}" srcOrd="1" destOrd="0" presId="urn:microsoft.com/office/officeart/2018/5/layout/CenteredIconLabelDescriptionList"/>
    <dgm:cxn modelId="{99F09E66-06D8-4DFB-BF8C-C11F52B4462B}" type="presParOf" srcId="{699DC573-C595-407C-AD95-FD1A6489F922}" destId="{C93DB0CA-1CAC-4F77-AC41-DD70E3966B9C}" srcOrd="2" destOrd="0" presId="urn:microsoft.com/office/officeart/2018/5/layout/CenteredIconLabelDescriptionList"/>
    <dgm:cxn modelId="{AD2B017E-2FA0-45E7-84F7-987841D7ACB9}" type="presParOf" srcId="{C93DB0CA-1CAC-4F77-AC41-DD70E3966B9C}" destId="{658C3E1F-CFD7-4EBB-B193-27902044F8EF}" srcOrd="0" destOrd="0" presId="urn:microsoft.com/office/officeart/2018/5/layout/CenteredIconLabelDescriptionList"/>
    <dgm:cxn modelId="{313BE71A-90DA-4255-A608-C34C0218B4A6}" type="presParOf" srcId="{C93DB0CA-1CAC-4F77-AC41-DD70E3966B9C}" destId="{0B579C71-4D3A-4484-BCC8-6D32C75999FF}" srcOrd="1" destOrd="0" presId="urn:microsoft.com/office/officeart/2018/5/layout/CenteredIconLabelDescriptionList"/>
    <dgm:cxn modelId="{5274CC67-E423-4A4A-82F5-D65339C67F10}" type="presParOf" srcId="{C93DB0CA-1CAC-4F77-AC41-DD70E3966B9C}" destId="{E4B88843-8183-4C16-92D3-3B9D6C5BA3BD}" srcOrd="2" destOrd="0" presId="urn:microsoft.com/office/officeart/2018/5/layout/CenteredIconLabelDescriptionList"/>
    <dgm:cxn modelId="{C97B20EE-8DFA-430E-87DD-769C34FB1E77}" type="presParOf" srcId="{C93DB0CA-1CAC-4F77-AC41-DD70E3966B9C}" destId="{2C787F77-BED5-473B-A44E-3A2ED718A14F}" srcOrd="3" destOrd="0" presId="urn:microsoft.com/office/officeart/2018/5/layout/CenteredIconLabelDescriptionList"/>
    <dgm:cxn modelId="{059F69A9-8A7B-4B92-A61F-49B9D3ABC0D9}" type="presParOf" srcId="{C93DB0CA-1CAC-4F77-AC41-DD70E3966B9C}" destId="{2A77E467-CB82-42C1-90CB-3FDB332FF975}" srcOrd="4" destOrd="0" presId="urn:microsoft.com/office/officeart/2018/5/layout/CenteredIconLabelDescriptionList"/>
    <dgm:cxn modelId="{1DFEF0DD-C647-424E-9594-29448AB84409}" type="presParOf" srcId="{699DC573-C595-407C-AD95-FD1A6489F922}" destId="{90D4B5D9-6E72-40EE-B0D9-F6E2A6643B36}" srcOrd="3" destOrd="0" presId="urn:microsoft.com/office/officeart/2018/5/layout/CenteredIconLabelDescriptionList"/>
    <dgm:cxn modelId="{F66E7972-E339-484C-A220-2EBF57344DD3}" type="presParOf" srcId="{699DC573-C595-407C-AD95-FD1A6489F922}" destId="{28E71ED5-58A1-4708-8873-602705D36430}" srcOrd="4" destOrd="0" presId="urn:microsoft.com/office/officeart/2018/5/layout/CenteredIconLabelDescriptionList"/>
    <dgm:cxn modelId="{933AF80A-6558-431C-82E0-CF4C5FFE0313}" type="presParOf" srcId="{28E71ED5-58A1-4708-8873-602705D36430}" destId="{C1E18B86-7B1C-4B1D-B7E3-9843536F8DD5}" srcOrd="0" destOrd="0" presId="urn:microsoft.com/office/officeart/2018/5/layout/CenteredIconLabelDescriptionList"/>
    <dgm:cxn modelId="{4F2F6B15-1308-4623-8029-B6E98EACA873}" type="presParOf" srcId="{28E71ED5-58A1-4708-8873-602705D36430}" destId="{6BE694BD-24B4-4950-A269-7E252DF6EB8D}" srcOrd="1" destOrd="0" presId="urn:microsoft.com/office/officeart/2018/5/layout/CenteredIconLabelDescriptionList"/>
    <dgm:cxn modelId="{0452434A-8C96-4927-9579-E4FC5703E781}" type="presParOf" srcId="{28E71ED5-58A1-4708-8873-602705D36430}" destId="{B3B96F44-626D-419A-9EC1-38831D4E2077}" srcOrd="2" destOrd="0" presId="urn:microsoft.com/office/officeart/2018/5/layout/CenteredIconLabelDescriptionList"/>
    <dgm:cxn modelId="{DA82A4DB-6FE1-43E4-9521-4F84A38D6C34}" type="presParOf" srcId="{28E71ED5-58A1-4708-8873-602705D36430}" destId="{EF069C12-2B74-4543-83BB-CAD25D95372E}" srcOrd="3" destOrd="0" presId="urn:microsoft.com/office/officeart/2018/5/layout/CenteredIconLabelDescriptionList"/>
    <dgm:cxn modelId="{0A21608C-0AD9-4510-8C5A-4B406A12E79C}" type="presParOf" srcId="{28E71ED5-58A1-4708-8873-602705D36430}" destId="{BD9F7050-8B0A-436A-A819-B5ABEDDE4DF5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9D74F26-5CE9-458C-B16C-3EB4B36E04CB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BC56402-A960-424D-97F5-3D85EB5E069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Data Collection</a:t>
          </a:r>
        </a:p>
      </dgm:t>
    </dgm:pt>
    <dgm:pt modelId="{93184266-409E-478A-AA35-C85A6548B7E1}" type="parTrans" cxnId="{4E62F2AD-2376-4854-B082-BD3D6BF1A1DA}">
      <dgm:prSet/>
      <dgm:spPr/>
      <dgm:t>
        <a:bodyPr/>
        <a:lstStyle/>
        <a:p>
          <a:endParaRPr lang="en-US"/>
        </a:p>
      </dgm:t>
    </dgm:pt>
    <dgm:pt modelId="{2DFD78A6-D11F-45AF-917D-E84742B9FB69}" type="sibTrans" cxnId="{4E62F2AD-2376-4854-B082-BD3D6BF1A1DA}">
      <dgm:prSet/>
      <dgm:spPr/>
      <dgm:t>
        <a:bodyPr/>
        <a:lstStyle/>
        <a:p>
          <a:endParaRPr lang="en-US"/>
        </a:p>
      </dgm:t>
    </dgm:pt>
    <dgm:pt modelId="{A3AF5A5A-8F7E-4752-BE98-3ECFAAAC98C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majority of the data came from Twitter. </a:t>
          </a:r>
        </a:p>
      </dgm:t>
    </dgm:pt>
    <dgm:pt modelId="{4CEA9BE2-AD04-4AAA-B9DA-26BC9A7AA40A}" type="parTrans" cxnId="{46581665-1EE8-4EB9-96F2-7ACD547E3863}">
      <dgm:prSet/>
      <dgm:spPr/>
      <dgm:t>
        <a:bodyPr/>
        <a:lstStyle/>
        <a:p>
          <a:endParaRPr lang="en-US"/>
        </a:p>
      </dgm:t>
    </dgm:pt>
    <dgm:pt modelId="{D891E86C-1CF3-4B61-AB3E-CDAC01ED91E8}" type="sibTrans" cxnId="{46581665-1EE8-4EB9-96F2-7ACD547E3863}">
      <dgm:prSet/>
      <dgm:spPr/>
      <dgm:t>
        <a:bodyPr/>
        <a:lstStyle/>
        <a:p>
          <a:endParaRPr lang="en-US"/>
        </a:p>
      </dgm:t>
    </dgm:pt>
    <dgm:pt modelId="{63372DE3-DED5-4D17-AAE7-154C9498C9A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Data Separation </a:t>
          </a:r>
        </a:p>
      </dgm:t>
    </dgm:pt>
    <dgm:pt modelId="{A78FF0D5-1DDB-4FAC-85DB-34E23BEBA910}" type="parTrans" cxnId="{D2E58E2B-7F3C-4684-8EDE-C4DC3AD215A1}">
      <dgm:prSet/>
      <dgm:spPr/>
      <dgm:t>
        <a:bodyPr/>
        <a:lstStyle/>
        <a:p>
          <a:endParaRPr lang="en-US"/>
        </a:p>
      </dgm:t>
    </dgm:pt>
    <dgm:pt modelId="{8BEC834E-2C83-4F69-B0FB-CC990F64652B}" type="sibTrans" cxnId="{D2E58E2B-7F3C-4684-8EDE-C4DC3AD215A1}">
      <dgm:prSet/>
      <dgm:spPr/>
      <dgm:t>
        <a:bodyPr/>
        <a:lstStyle/>
        <a:p>
          <a:endParaRPr lang="en-US"/>
        </a:p>
      </dgm:t>
    </dgm:pt>
    <dgm:pt modelId="{9EE1EAB9-EC0F-4029-BC49-83E0A0B49E2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study considers merged and divided methods as deleted and the methods that replace them added. </a:t>
          </a:r>
        </a:p>
      </dgm:t>
    </dgm:pt>
    <dgm:pt modelId="{FFC8BC82-6B33-446E-A93D-17FCD36025BE}" type="parTrans" cxnId="{A4ADAD87-86FB-4948-A588-B2F6C08FDA59}">
      <dgm:prSet/>
      <dgm:spPr/>
      <dgm:t>
        <a:bodyPr/>
        <a:lstStyle/>
        <a:p>
          <a:endParaRPr lang="en-US"/>
        </a:p>
      </dgm:t>
    </dgm:pt>
    <dgm:pt modelId="{3D51BEA6-08E0-4CDB-AEEB-4CBE23D25511}" type="sibTrans" cxnId="{A4ADAD87-86FB-4948-A588-B2F6C08FDA59}">
      <dgm:prSet/>
      <dgm:spPr/>
      <dgm:t>
        <a:bodyPr/>
        <a:lstStyle/>
        <a:p>
          <a:endParaRPr lang="en-US"/>
        </a:p>
      </dgm:t>
    </dgm:pt>
    <dgm:pt modelId="{86120E55-A795-4FDC-A4B8-F93516CD404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Ambiguous Conclusions </a:t>
          </a:r>
        </a:p>
      </dgm:t>
    </dgm:pt>
    <dgm:pt modelId="{CF7A91A6-E7CE-473D-8924-C2DA2294CC15}" type="parTrans" cxnId="{60DCA827-FC0A-4B0B-BCD7-05F40DEFFD9A}">
      <dgm:prSet/>
      <dgm:spPr/>
      <dgm:t>
        <a:bodyPr/>
        <a:lstStyle/>
        <a:p>
          <a:endParaRPr lang="en-US"/>
        </a:p>
      </dgm:t>
    </dgm:pt>
    <dgm:pt modelId="{D55266CB-53F4-4C3E-AD39-C5D2F6774FB3}" type="sibTrans" cxnId="{60DCA827-FC0A-4B0B-BCD7-05F40DEFFD9A}">
      <dgm:prSet/>
      <dgm:spPr/>
      <dgm:t>
        <a:bodyPr/>
        <a:lstStyle/>
        <a:p>
          <a:endParaRPr lang="en-US"/>
        </a:p>
      </dgm:t>
    </dgm:pt>
    <dgm:pt modelId="{EA019B20-C07C-42D0-B420-A5F14555602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study fails to clearly analyze why change types receive various levels of engagement. </a:t>
          </a:r>
        </a:p>
      </dgm:t>
    </dgm:pt>
    <dgm:pt modelId="{1066204B-C24F-40B3-A867-813A8820CBE6}" type="parTrans" cxnId="{52BA719F-8479-4661-BD98-34AB6E1EC49C}">
      <dgm:prSet/>
      <dgm:spPr/>
      <dgm:t>
        <a:bodyPr/>
        <a:lstStyle/>
        <a:p>
          <a:endParaRPr lang="en-US"/>
        </a:p>
      </dgm:t>
    </dgm:pt>
    <dgm:pt modelId="{EA0D1A72-A47B-483D-BBAD-BCF668F16327}" type="sibTrans" cxnId="{52BA719F-8479-4661-BD98-34AB6E1EC49C}">
      <dgm:prSet/>
      <dgm:spPr/>
      <dgm:t>
        <a:bodyPr/>
        <a:lstStyle/>
        <a:p>
          <a:endParaRPr lang="en-US"/>
        </a:p>
      </dgm:t>
    </dgm:pt>
    <dgm:pt modelId="{69AEDC69-8F79-48B1-8712-47EFD51DEC7B}" type="pres">
      <dgm:prSet presAssocID="{59D74F26-5CE9-458C-B16C-3EB4B36E04CB}" presName="root" presStyleCnt="0">
        <dgm:presLayoutVars>
          <dgm:dir/>
          <dgm:resizeHandles val="exact"/>
        </dgm:presLayoutVars>
      </dgm:prSet>
      <dgm:spPr/>
    </dgm:pt>
    <dgm:pt modelId="{41090545-1DD9-48FE-B151-8C59661B9BCC}" type="pres">
      <dgm:prSet presAssocID="{CBC56402-A960-424D-97F5-3D85EB5E0696}" presName="compNode" presStyleCnt="0"/>
      <dgm:spPr/>
    </dgm:pt>
    <dgm:pt modelId="{8E4212BF-2F5E-4091-A928-9D0505260C6B}" type="pres">
      <dgm:prSet presAssocID="{CBC56402-A960-424D-97F5-3D85EB5E069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C56B9C9A-5BC0-4B1A-8EB5-5EB9101A94AC}" type="pres">
      <dgm:prSet presAssocID="{CBC56402-A960-424D-97F5-3D85EB5E0696}" presName="iconSpace" presStyleCnt="0"/>
      <dgm:spPr/>
    </dgm:pt>
    <dgm:pt modelId="{B9BB14C3-F492-4EE0-B4BC-27C9B7C1A37C}" type="pres">
      <dgm:prSet presAssocID="{CBC56402-A960-424D-97F5-3D85EB5E0696}" presName="parTx" presStyleLbl="revTx" presStyleIdx="0" presStyleCnt="6">
        <dgm:presLayoutVars>
          <dgm:chMax val="0"/>
          <dgm:chPref val="0"/>
        </dgm:presLayoutVars>
      </dgm:prSet>
      <dgm:spPr/>
    </dgm:pt>
    <dgm:pt modelId="{9819A3C1-8E1C-49EF-88AB-7FD0D9455059}" type="pres">
      <dgm:prSet presAssocID="{CBC56402-A960-424D-97F5-3D85EB5E0696}" presName="txSpace" presStyleCnt="0"/>
      <dgm:spPr/>
    </dgm:pt>
    <dgm:pt modelId="{1D1607ED-6A14-4D2C-8361-4C022C4E21F2}" type="pres">
      <dgm:prSet presAssocID="{CBC56402-A960-424D-97F5-3D85EB5E0696}" presName="desTx" presStyleLbl="revTx" presStyleIdx="1" presStyleCnt="6">
        <dgm:presLayoutVars/>
      </dgm:prSet>
      <dgm:spPr/>
    </dgm:pt>
    <dgm:pt modelId="{B74882FF-A19B-42F7-80D2-7075564F83C8}" type="pres">
      <dgm:prSet presAssocID="{2DFD78A6-D11F-45AF-917D-E84742B9FB69}" presName="sibTrans" presStyleCnt="0"/>
      <dgm:spPr/>
    </dgm:pt>
    <dgm:pt modelId="{D989778C-3B35-463B-98A9-2656E3AEC4BB}" type="pres">
      <dgm:prSet presAssocID="{63372DE3-DED5-4D17-AAE7-154C9498C9A2}" presName="compNode" presStyleCnt="0"/>
      <dgm:spPr/>
    </dgm:pt>
    <dgm:pt modelId="{BE154A1F-E2A2-4B64-8AB7-629ECECBB47A}" type="pres">
      <dgm:prSet presAssocID="{63372DE3-DED5-4D17-AAE7-154C9498C9A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29E11360-17FA-4B8A-AAEB-B7C2AFAF6700}" type="pres">
      <dgm:prSet presAssocID="{63372DE3-DED5-4D17-AAE7-154C9498C9A2}" presName="iconSpace" presStyleCnt="0"/>
      <dgm:spPr/>
    </dgm:pt>
    <dgm:pt modelId="{C5B0E2DC-55DD-4F23-8EA5-C111C23142B4}" type="pres">
      <dgm:prSet presAssocID="{63372DE3-DED5-4D17-AAE7-154C9498C9A2}" presName="parTx" presStyleLbl="revTx" presStyleIdx="2" presStyleCnt="6">
        <dgm:presLayoutVars>
          <dgm:chMax val="0"/>
          <dgm:chPref val="0"/>
        </dgm:presLayoutVars>
      </dgm:prSet>
      <dgm:spPr/>
    </dgm:pt>
    <dgm:pt modelId="{D3093528-7753-4757-B829-3EA6174907F0}" type="pres">
      <dgm:prSet presAssocID="{63372DE3-DED5-4D17-AAE7-154C9498C9A2}" presName="txSpace" presStyleCnt="0"/>
      <dgm:spPr/>
    </dgm:pt>
    <dgm:pt modelId="{DF9091A9-8D78-4A86-8F23-08965FC9E9A7}" type="pres">
      <dgm:prSet presAssocID="{63372DE3-DED5-4D17-AAE7-154C9498C9A2}" presName="desTx" presStyleLbl="revTx" presStyleIdx="3" presStyleCnt="6">
        <dgm:presLayoutVars/>
      </dgm:prSet>
      <dgm:spPr/>
    </dgm:pt>
    <dgm:pt modelId="{938C1F3C-9346-4309-9125-450B6CF0D3B4}" type="pres">
      <dgm:prSet presAssocID="{8BEC834E-2C83-4F69-B0FB-CC990F64652B}" presName="sibTrans" presStyleCnt="0"/>
      <dgm:spPr/>
    </dgm:pt>
    <dgm:pt modelId="{496F683C-58E8-4CF0-A44D-4147F400F732}" type="pres">
      <dgm:prSet presAssocID="{86120E55-A795-4FDC-A4B8-F93516CD404C}" presName="compNode" presStyleCnt="0"/>
      <dgm:spPr/>
    </dgm:pt>
    <dgm:pt modelId="{EF628EAA-EF79-465E-9C44-0C1C2688C10A}" type="pres">
      <dgm:prSet presAssocID="{86120E55-A795-4FDC-A4B8-F93516CD404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B0743C28-7072-4CEE-ABD8-5D6DD4D973F4}" type="pres">
      <dgm:prSet presAssocID="{86120E55-A795-4FDC-A4B8-F93516CD404C}" presName="iconSpace" presStyleCnt="0"/>
      <dgm:spPr/>
    </dgm:pt>
    <dgm:pt modelId="{410BBF26-7FB6-4E0C-8675-3AD6050FA8E0}" type="pres">
      <dgm:prSet presAssocID="{86120E55-A795-4FDC-A4B8-F93516CD404C}" presName="parTx" presStyleLbl="revTx" presStyleIdx="4" presStyleCnt="6">
        <dgm:presLayoutVars>
          <dgm:chMax val="0"/>
          <dgm:chPref val="0"/>
        </dgm:presLayoutVars>
      </dgm:prSet>
      <dgm:spPr/>
    </dgm:pt>
    <dgm:pt modelId="{6595D4E3-7860-4D74-9F06-0AB0B020CFC4}" type="pres">
      <dgm:prSet presAssocID="{86120E55-A795-4FDC-A4B8-F93516CD404C}" presName="txSpace" presStyleCnt="0"/>
      <dgm:spPr/>
    </dgm:pt>
    <dgm:pt modelId="{75095941-C2F3-4BEB-9C4B-81D265F0A1E8}" type="pres">
      <dgm:prSet presAssocID="{86120E55-A795-4FDC-A4B8-F93516CD404C}" presName="desTx" presStyleLbl="revTx" presStyleIdx="5" presStyleCnt="6">
        <dgm:presLayoutVars/>
      </dgm:prSet>
      <dgm:spPr/>
    </dgm:pt>
  </dgm:ptLst>
  <dgm:cxnLst>
    <dgm:cxn modelId="{AA707412-67AF-4934-BA0A-E137575E7BC2}" type="presOf" srcId="{EA019B20-C07C-42D0-B420-A5F145556029}" destId="{75095941-C2F3-4BEB-9C4B-81D265F0A1E8}" srcOrd="0" destOrd="0" presId="urn:microsoft.com/office/officeart/2018/2/layout/IconLabelDescriptionList"/>
    <dgm:cxn modelId="{60DCA827-FC0A-4B0B-BCD7-05F40DEFFD9A}" srcId="{59D74F26-5CE9-458C-B16C-3EB4B36E04CB}" destId="{86120E55-A795-4FDC-A4B8-F93516CD404C}" srcOrd="2" destOrd="0" parTransId="{CF7A91A6-E7CE-473D-8924-C2DA2294CC15}" sibTransId="{D55266CB-53F4-4C3E-AD39-C5D2F6774FB3}"/>
    <dgm:cxn modelId="{F0014529-96A9-4AE5-9E24-BA1FAB7C7154}" type="presOf" srcId="{A3AF5A5A-8F7E-4752-BE98-3ECFAAAC98C4}" destId="{1D1607ED-6A14-4D2C-8361-4C022C4E21F2}" srcOrd="0" destOrd="0" presId="urn:microsoft.com/office/officeart/2018/2/layout/IconLabelDescriptionList"/>
    <dgm:cxn modelId="{D2E58E2B-7F3C-4684-8EDE-C4DC3AD215A1}" srcId="{59D74F26-5CE9-458C-B16C-3EB4B36E04CB}" destId="{63372DE3-DED5-4D17-AAE7-154C9498C9A2}" srcOrd="1" destOrd="0" parTransId="{A78FF0D5-1DDB-4FAC-85DB-34E23BEBA910}" sibTransId="{8BEC834E-2C83-4F69-B0FB-CC990F64652B}"/>
    <dgm:cxn modelId="{46581665-1EE8-4EB9-96F2-7ACD547E3863}" srcId="{CBC56402-A960-424D-97F5-3D85EB5E0696}" destId="{A3AF5A5A-8F7E-4752-BE98-3ECFAAAC98C4}" srcOrd="0" destOrd="0" parTransId="{4CEA9BE2-AD04-4AAA-B9DA-26BC9A7AA40A}" sibTransId="{D891E86C-1CF3-4B61-AB3E-CDAC01ED91E8}"/>
    <dgm:cxn modelId="{35504047-8180-49DC-8CF4-0F95026ED16F}" type="presOf" srcId="{86120E55-A795-4FDC-A4B8-F93516CD404C}" destId="{410BBF26-7FB6-4E0C-8675-3AD6050FA8E0}" srcOrd="0" destOrd="0" presId="urn:microsoft.com/office/officeart/2018/2/layout/IconLabelDescriptionList"/>
    <dgm:cxn modelId="{892C1679-5317-4AC5-9050-0EA4D4B41419}" type="presOf" srcId="{63372DE3-DED5-4D17-AAE7-154C9498C9A2}" destId="{C5B0E2DC-55DD-4F23-8EA5-C111C23142B4}" srcOrd="0" destOrd="0" presId="urn:microsoft.com/office/officeart/2018/2/layout/IconLabelDescriptionList"/>
    <dgm:cxn modelId="{A4ADAD87-86FB-4948-A588-B2F6C08FDA59}" srcId="{63372DE3-DED5-4D17-AAE7-154C9498C9A2}" destId="{9EE1EAB9-EC0F-4029-BC49-83E0A0B49E21}" srcOrd="0" destOrd="0" parTransId="{FFC8BC82-6B33-446E-A93D-17FCD36025BE}" sibTransId="{3D51BEA6-08E0-4CDB-AEEB-4CBE23D25511}"/>
    <dgm:cxn modelId="{52BA719F-8479-4661-BD98-34AB6E1EC49C}" srcId="{86120E55-A795-4FDC-A4B8-F93516CD404C}" destId="{EA019B20-C07C-42D0-B420-A5F145556029}" srcOrd="0" destOrd="0" parTransId="{1066204B-C24F-40B3-A867-813A8820CBE6}" sibTransId="{EA0D1A72-A47B-483D-BBAD-BCF668F16327}"/>
    <dgm:cxn modelId="{4E62F2AD-2376-4854-B082-BD3D6BF1A1DA}" srcId="{59D74F26-5CE9-458C-B16C-3EB4B36E04CB}" destId="{CBC56402-A960-424D-97F5-3D85EB5E0696}" srcOrd="0" destOrd="0" parTransId="{93184266-409E-478A-AA35-C85A6548B7E1}" sibTransId="{2DFD78A6-D11F-45AF-917D-E84742B9FB69}"/>
    <dgm:cxn modelId="{027FD1AE-A61F-4A2C-B1B0-8F6958962C0A}" type="presOf" srcId="{9EE1EAB9-EC0F-4029-BC49-83E0A0B49E21}" destId="{DF9091A9-8D78-4A86-8F23-08965FC9E9A7}" srcOrd="0" destOrd="0" presId="urn:microsoft.com/office/officeart/2018/2/layout/IconLabelDescriptionList"/>
    <dgm:cxn modelId="{EB21ACB6-EB2D-45FA-B782-B7D01B455E0A}" type="presOf" srcId="{59D74F26-5CE9-458C-B16C-3EB4B36E04CB}" destId="{69AEDC69-8F79-48B1-8712-47EFD51DEC7B}" srcOrd="0" destOrd="0" presId="urn:microsoft.com/office/officeart/2018/2/layout/IconLabelDescriptionList"/>
    <dgm:cxn modelId="{A1A7FAE3-8934-419E-9D1F-454F5A6EB18F}" type="presOf" srcId="{CBC56402-A960-424D-97F5-3D85EB5E0696}" destId="{B9BB14C3-F492-4EE0-B4BC-27C9B7C1A37C}" srcOrd="0" destOrd="0" presId="urn:microsoft.com/office/officeart/2018/2/layout/IconLabelDescriptionList"/>
    <dgm:cxn modelId="{48EE28C9-D68D-418B-A9D3-8907836A7C15}" type="presParOf" srcId="{69AEDC69-8F79-48B1-8712-47EFD51DEC7B}" destId="{41090545-1DD9-48FE-B151-8C59661B9BCC}" srcOrd="0" destOrd="0" presId="urn:microsoft.com/office/officeart/2018/2/layout/IconLabelDescriptionList"/>
    <dgm:cxn modelId="{25352EF3-BF9D-45CE-A5E8-A7E8186E8753}" type="presParOf" srcId="{41090545-1DD9-48FE-B151-8C59661B9BCC}" destId="{8E4212BF-2F5E-4091-A928-9D0505260C6B}" srcOrd="0" destOrd="0" presId="urn:microsoft.com/office/officeart/2018/2/layout/IconLabelDescriptionList"/>
    <dgm:cxn modelId="{F5940B95-53F7-49BF-B467-ED5E0AB8133E}" type="presParOf" srcId="{41090545-1DD9-48FE-B151-8C59661B9BCC}" destId="{C56B9C9A-5BC0-4B1A-8EB5-5EB9101A94AC}" srcOrd="1" destOrd="0" presId="urn:microsoft.com/office/officeart/2018/2/layout/IconLabelDescriptionList"/>
    <dgm:cxn modelId="{19A8D37D-2080-44C1-B143-27A807FD2391}" type="presParOf" srcId="{41090545-1DD9-48FE-B151-8C59661B9BCC}" destId="{B9BB14C3-F492-4EE0-B4BC-27C9B7C1A37C}" srcOrd="2" destOrd="0" presId="urn:microsoft.com/office/officeart/2018/2/layout/IconLabelDescriptionList"/>
    <dgm:cxn modelId="{975E546A-6EE1-4C81-A922-F3C55815F91E}" type="presParOf" srcId="{41090545-1DD9-48FE-B151-8C59661B9BCC}" destId="{9819A3C1-8E1C-49EF-88AB-7FD0D9455059}" srcOrd="3" destOrd="0" presId="urn:microsoft.com/office/officeart/2018/2/layout/IconLabelDescriptionList"/>
    <dgm:cxn modelId="{9FB33180-7BF1-4BBE-A4DB-452CBB122E39}" type="presParOf" srcId="{41090545-1DD9-48FE-B151-8C59661B9BCC}" destId="{1D1607ED-6A14-4D2C-8361-4C022C4E21F2}" srcOrd="4" destOrd="0" presId="urn:microsoft.com/office/officeart/2018/2/layout/IconLabelDescriptionList"/>
    <dgm:cxn modelId="{707D8F13-AC67-425C-A312-3C4FAE528DE5}" type="presParOf" srcId="{69AEDC69-8F79-48B1-8712-47EFD51DEC7B}" destId="{B74882FF-A19B-42F7-80D2-7075564F83C8}" srcOrd="1" destOrd="0" presId="urn:microsoft.com/office/officeart/2018/2/layout/IconLabelDescriptionList"/>
    <dgm:cxn modelId="{B359A31C-2E50-430E-8EAC-DFFD1932426B}" type="presParOf" srcId="{69AEDC69-8F79-48B1-8712-47EFD51DEC7B}" destId="{D989778C-3B35-463B-98A9-2656E3AEC4BB}" srcOrd="2" destOrd="0" presId="urn:microsoft.com/office/officeart/2018/2/layout/IconLabelDescriptionList"/>
    <dgm:cxn modelId="{099A971B-6542-40B5-9A16-78ED579521E3}" type="presParOf" srcId="{D989778C-3B35-463B-98A9-2656E3AEC4BB}" destId="{BE154A1F-E2A2-4B64-8AB7-629ECECBB47A}" srcOrd="0" destOrd="0" presId="urn:microsoft.com/office/officeart/2018/2/layout/IconLabelDescriptionList"/>
    <dgm:cxn modelId="{C6188DFE-37E6-43B5-8964-D0507603016C}" type="presParOf" srcId="{D989778C-3B35-463B-98A9-2656E3AEC4BB}" destId="{29E11360-17FA-4B8A-AAEB-B7C2AFAF6700}" srcOrd="1" destOrd="0" presId="urn:microsoft.com/office/officeart/2018/2/layout/IconLabelDescriptionList"/>
    <dgm:cxn modelId="{71A99A47-A8DD-4ABD-8F12-D7E8DD4D6988}" type="presParOf" srcId="{D989778C-3B35-463B-98A9-2656E3AEC4BB}" destId="{C5B0E2DC-55DD-4F23-8EA5-C111C23142B4}" srcOrd="2" destOrd="0" presId="urn:microsoft.com/office/officeart/2018/2/layout/IconLabelDescriptionList"/>
    <dgm:cxn modelId="{B54D1366-8938-404D-9EF2-D15CC55AC366}" type="presParOf" srcId="{D989778C-3B35-463B-98A9-2656E3AEC4BB}" destId="{D3093528-7753-4757-B829-3EA6174907F0}" srcOrd="3" destOrd="0" presId="urn:microsoft.com/office/officeart/2018/2/layout/IconLabelDescriptionList"/>
    <dgm:cxn modelId="{06186711-169E-432F-8605-EBE8404ADB34}" type="presParOf" srcId="{D989778C-3B35-463B-98A9-2656E3AEC4BB}" destId="{DF9091A9-8D78-4A86-8F23-08965FC9E9A7}" srcOrd="4" destOrd="0" presId="urn:microsoft.com/office/officeart/2018/2/layout/IconLabelDescriptionList"/>
    <dgm:cxn modelId="{59ED53E9-4DA8-42E4-949E-BF9ABE5E3EEF}" type="presParOf" srcId="{69AEDC69-8F79-48B1-8712-47EFD51DEC7B}" destId="{938C1F3C-9346-4309-9125-450B6CF0D3B4}" srcOrd="3" destOrd="0" presId="urn:microsoft.com/office/officeart/2018/2/layout/IconLabelDescriptionList"/>
    <dgm:cxn modelId="{1FA53437-DC09-4944-9297-8B611CF9E84E}" type="presParOf" srcId="{69AEDC69-8F79-48B1-8712-47EFD51DEC7B}" destId="{496F683C-58E8-4CF0-A44D-4147F400F732}" srcOrd="4" destOrd="0" presId="urn:microsoft.com/office/officeart/2018/2/layout/IconLabelDescriptionList"/>
    <dgm:cxn modelId="{3A40C18C-2A43-44FD-887C-BBADC18D21F3}" type="presParOf" srcId="{496F683C-58E8-4CF0-A44D-4147F400F732}" destId="{EF628EAA-EF79-465E-9C44-0C1C2688C10A}" srcOrd="0" destOrd="0" presId="urn:microsoft.com/office/officeart/2018/2/layout/IconLabelDescriptionList"/>
    <dgm:cxn modelId="{F01B757D-DEBD-4EBB-93FF-248301162A6E}" type="presParOf" srcId="{496F683C-58E8-4CF0-A44D-4147F400F732}" destId="{B0743C28-7072-4CEE-ABD8-5D6DD4D973F4}" srcOrd="1" destOrd="0" presId="urn:microsoft.com/office/officeart/2018/2/layout/IconLabelDescriptionList"/>
    <dgm:cxn modelId="{4E4EDD27-4D50-418C-B7B6-0BD3E5E95983}" type="presParOf" srcId="{496F683C-58E8-4CF0-A44D-4147F400F732}" destId="{410BBF26-7FB6-4E0C-8675-3AD6050FA8E0}" srcOrd="2" destOrd="0" presId="urn:microsoft.com/office/officeart/2018/2/layout/IconLabelDescriptionList"/>
    <dgm:cxn modelId="{CD702FF8-6B06-40E8-8FCE-A1BE8335B233}" type="presParOf" srcId="{496F683C-58E8-4CF0-A44D-4147F400F732}" destId="{6595D4E3-7860-4D74-9F06-0AB0B020CFC4}" srcOrd="3" destOrd="0" presId="urn:microsoft.com/office/officeart/2018/2/layout/IconLabelDescriptionList"/>
    <dgm:cxn modelId="{264C23F9-D01B-4FCF-B5B3-5FAF3C4550D5}" type="presParOf" srcId="{496F683C-58E8-4CF0-A44D-4147F400F732}" destId="{75095941-C2F3-4BEB-9C4B-81D265F0A1E8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44AFD39-4C34-4794-AEC4-0C0A6F91C24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D4004B6E-A51E-4610-B1F0-B449CD56D23D}">
      <dgm:prSet/>
      <dgm:spPr/>
      <dgm:t>
        <a:bodyPr/>
        <a:lstStyle/>
        <a:p>
          <a:r>
            <a:rPr lang="en-US" dirty="0"/>
            <a:t>Adding new methods to APIs results in the most questions and views per change</a:t>
          </a:r>
        </a:p>
      </dgm:t>
    </dgm:pt>
    <dgm:pt modelId="{B466E17C-43F4-4AFF-986D-52CB7E34E067}" type="parTrans" cxnId="{DB3A7208-FE9F-444E-90EE-422711C05D66}">
      <dgm:prSet/>
      <dgm:spPr/>
      <dgm:t>
        <a:bodyPr/>
        <a:lstStyle/>
        <a:p>
          <a:endParaRPr lang="en-US"/>
        </a:p>
      </dgm:t>
    </dgm:pt>
    <dgm:pt modelId="{52181424-D779-4176-BF2C-5963EA637550}" type="sibTrans" cxnId="{DB3A7208-FE9F-444E-90EE-422711C05D66}">
      <dgm:prSet/>
      <dgm:spPr/>
      <dgm:t>
        <a:bodyPr/>
        <a:lstStyle/>
        <a:p>
          <a:endParaRPr lang="en-US"/>
        </a:p>
      </dgm:t>
    </dgm:pt>
    <dgm:pt modelId="{88AAD672-E055-4278-9840-FF4634D8F8CA}">
      <dgm:prSet/>
      <dgm:spPr/>
      <dgm:t>
        <a:bodyPr/>
        <a:lstStyle/>
        <a:p>
          <a:r>
            <a:rPr lang="en-US" dirty="0"/>
            <a:t>Deleting methods results in the most engagement</a:t>
          </a:r>
        </a:p>
      </dgm:t>
    </dgm:pt>
    <dgm:pt modelId="{1673E115-EA00-4E6B-B298-F251A9B87849}" type="parTrans" cxnId="{B6085BDA-9F72-4491-9234-8713767665D9}">
      <dgm:prSet/>
      <dgm:spPr/>
      <dgm:t>
        <a:bodyPr/>
        <a:lstStyle/>
        <a:p>
          <a:endParaRPr lang="en-US"/>
        </a:p>
      </dgm:t>
    </dgm:pt>
    <dgm:pt modelId="{A7A5D703-A090-47CD-8242-59E065DBD1B4}" type="sibTrans" cxnId="{B6085BDA-9F72-4491-9234-8713767665D9}">
      <dgm:prSet/>
      <dgm:spPr/>
      <dgm:t>
        <a:bodyPr/>
        <a:lstStyle/>
        <a:p>
          <a:endParaRPr lang="en-US"/>
        </a:p>
      </dgm:t>
    </dgm:pt>
    <dgm:pt modelId="{77C54C23-CBE8-4D64-8D9F-5F73FB80612E}">
      <dgm:prSet/>
      <dgm:spPr/>
      <dgm:t>
        <a:bodyPr/>
        <a:lstStyle/>
        <a:p>
          <a:r>
            <a:rPr lang="en-US" dirty="0"/>
            <a:t>Future research should</a:t>
          </a:r>
        </a:p>
      </dgm:t>
    </dgm:pt>
    <dgm:pt modelId="{DE0846E6-9765-4AFD-8792-29026327393B}" type="parTrans" cxnId="{A2AB660A-CB1F-410C-AA6C-CCEED3D91051}">
      <dgm:prSet/>
      <dgm:spPr/>
      <dgm:t>
        <a:bodyPr/>
        <a:lstStyle/>
        <a:p>
          <a:endParaRPr lang="en-US"/>
        </a:p>
      </dgm:t>
    </dgm:pt>
    <dgm:pt modelId="{870B83D1-17BC-45BA-8DDB-506A604912FA}" type="sibTrans" cxnId="{A2AB660A-CB1F-410C-AA6C-CCEED3D91051}">
      <dgm:prSet/>
      <dgm:spPr/>
      <dgm:t>
        <a:bodyPr/>
        <a:lstStyle/>
        <a:p>
          <a:endParaRPr lang="en-US"/>
        </a:p>
      </dgm:t>
    </dgm:pt>
    <dgm:pt modelId="{F3DA9439-C3D6-4900-A80F-CD8FD7520A5E}">
      <dgm:prSet/>
      <dgm:spPr/>
      <dgm:t>
        <a:bodyPr/>
        <a:lstStyle/>
        <a:p>
          <a:pPr rtl="0"/>
          <a:r>
            <a:rPr lang="en-US" dirty="0">
              <a:latin typeface="Avenir Next LT Pro Light"/>
            </a:rPr>
            <a:t>• </a:t>
          </a:r>
          <a:r>
            <a:rPr lang="en-US" dirty="0"/>
            <a:t>Collect larger data sets from a variety of sources</a:t>
          </a:r>
        </a:p>
      </dgm:t>
    </dgm:pt>
    <dgm:pt modelId="{C0793C49-AD1C-4447-9028-2BD3772AB3A1}" type="parTrans" cxnId="{B67C5BED-0BFB-4D78-AE96-20D4A28C1F48}">
      <dgm:prSet/>
      <dgm:spPr/>
      <dgm:t>
        <a:bodyPr/>
        <a:lstStyle/>
        <a:p>
          <a:endParaRPr lang="en-US"/>
        </a:p>
      </dgm:t>
    </dgm:pt>
    <dgm:pt modelId="{AAA6A55F-AB1C-4C99-9CD4-EDD7320942C7}" type="sibTrans" cxnId="{B67C5BED-0BFB-4D78-AE96-20D4A28C1F48}">
      <dgm:prSet/>
      <dgm:spPr/>
      <dgm:t>
        <a:bodyPr/>
        <a:lstStyle/>
        <a:p>
          <a:endParaRPr lang="en-US"/>
        </a:p>
      </dgm:t>
    </dgm:pt>
    <dgm:pt modelId="{7E8F70B6-DDFD-4F4C-8C8F-1D55C1F12AEF}">
      <dgm:prSet/>
      <dgm:spPr/>
      <dgm:t>
        <a:bodyPr/>
        <a:lstStyle/>
        <a:p>
          <a:pPr rtl="0"/>
          <a:r>
            <a:rPr lang="en-US" dirty="0">
              <a:latin typeface="Avenir Next LT Pro Light"/>
            </a:rPr>
            <a:t>• </a:t>
          </a:r>
          <a:r>
            <a:rPr lang="en-US" dirty="0"/>
            <a:t>Dig deeper into developer reactions with case studies</a:t>
          </a:r>
        </a:p>
      </dgm:t>
    </dgm:pt>
    <dgm:pt modelId="{B0419EE0-92C1-4B34-B525-1912EA8493DA}" type="parTrans" cxnId="{2E02D638-FDAF-45D1-B832-3394607719A4}">
      <dgm:prSet/>
      <dgm:spPr/>
      <dgm:t>
        <a:bodyPr/>
        <a:lstStyle/>
        <a:p>
          <a:endParaRPr lang="en-US"/>
        </a:p>
      </dgm:t>
    </dgm:pt>
    <dgm:pt modelId="{16060949-E774-4927-A26B-81E3C40F25A9}" type="sibTrans" cxnId="{2E02D638-FDAF-45D1-B832-3394607719A4}">
      <dgm:prSet/>
      <dgm:spPr/>
      <dgm:t>
        <a:bodyPr/>
        <a:lstStyle/>
        <a:p>
          <a:endParaRPr lang="en-US"/>
        </a:p>
      </dgm:t>
    </dgm:pt>
    <dgm:pt modelId="{AA4BB4EE-A47B-4D79-89B7-448A896899EC}" type="pres">
      <dgm:prSet presAssocID="{544AFD39-4C34-4794-AEC4-0C0A6F91C24C}" presName="root" presStyleCnt="0">
        <dgm:presLayoutVars>
          <dgm:dir/>
          <dgm:resizeHandles val="exact"/>
        </dgm:presLayoutVars>
      </dgm:prSet>
      <dgm:spPr/>
    </dgm:pt>
    <dgm:pt modelId="{E0AEFD42-52D9-41B4-9432-CC6BCFC30AE1}" type="pres">
      <dgm:prSet presAssocID="{D4004B6E-A51E-4610-B1F0-B449CD56D23D}" presName="compNode" presStyleCnt="0"/>
      <dgm:spPr/>
    </dgm:pt>
    <dgm:pt modelId="{D4FB4B55-3268-486F-B868-425C091E412D}" type="pres">
      <dgm:prSet presAssocID="{D4004B6E-A51E-4610-B1F0-B449CD56D23D}" presName="bgRect" presStyleLbl="bgShp" presStyleIdx="0" presStyleCnt="3"/>
      <dgm:spPr/>
    </dgm:pt>
    <dgm:pt modelId="{E603F46F-3FA1-443C-8EF0-8E9846BCE2EE}" type="pres">
      <dgm:prSet presAssocID="{D4004B6E-A51E-4610-B1F0-B449CD56D23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B3C1011D-7DD8-4BBC-A0C9-05E96A37EE65}" type="pres">
      <dgm:prSet presAssocID="{D4004B6E-A51E-4610-B1F0-B449CD56D23D}" presName="spaceRect" presStyleCnt="0"/>
      <dgm:spPr/>
    </dgm:pt>
    <dgm:pt modelId="{FEAF20CE-5A6E-42C8-AA3D-59F2E30D9D30}" type="pres">
      <dgm:prSet presAssocID="{D4004B6E-A51E-4610-B1F0-B449CD56D23D}" presName="parTx" presStyleLbl="revTx" presStyleIdx="0" presStyleCnt="4">
        <dgm:presLayoutVars>
          <dgm:chMax val="0"/>
          <dgm:chPref val="0"/>
        </dgm:presLayoutVars>
      </dgm:prSet>
      <dgm:spPr/>
    </dgm:pt>
    <dgm:pt modelId="{F981EC73-2708-4818-B66B-67E991C66931}" type="pres">
      <dgm:prSet presAssocID="{52181424-D779-4176-BF2C-5963EA637550}" presName="sibTrans" presStyleCnt="0"/>
      <dgm:spPr/>
    </dgm:pt>
    <dgm:pt modelId="{E1F4E865-D0FB-4EE4-8062-8442542E8D88}" type="pres">
      <dgm:prSet presAssocID="{88AAD672-E055-4278-9840-FF4634D8F8CA}" presName="compNode" presStyleCnt="0"/>
      <dgm:spPr/>
    </dgm:pt>
    <dgm:pt modelId="{2037065B-8362-489A-AC93-43812264CD05}" type="pres">
      <dgm:prSet presAssocID="{88AAD672-E055-4278-9840-FF4634D8F8CA}" presName="bgRect" presStyleLbl="bgShp" presStyleIdx="1" presStyleCnt="3"/>
      <dgm:spPr/>
    </dgm:pt>
    <dgm:pt modelId="{27BBA684-C93C-43D9-A10B-C99273D26B72}" type="pres">
      <dgm:prSet presAssocID="{88AAD672-E055-4278-9840-FF4634D8F8C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C96E7FB0-4077-480C-815E-9790655C9753}" type="pres">
      <dgm:prSet presAssocID="{88AAD672-E055-4278-9840-FF4634D8F8CA}" presName="spaceRect" presStyleCnt="0"/>
      <dgm:spPr/>
    </dgm:pt>
    <dgm:pt modelId="{86B9421C-9E35-410D-B132-6B5B2818C2AF}" type="pres">
      <dgm:prSet presAssocID="{88AAD672-E055-4278-9840-FF4634D8F8CA}" presName="parTx" presStyleLbl="revTx" presStyleIdx="1" presStyleCnt="4">
        <dgm:presLayoutVars>
          <dgm:chMax val="0"/>
          <dgm:chPref val="0"/>
        </dgm:presLayoutVars>
      </dgm:prSet>
      <dgm:spPr/>
    </dgm:pt>
    <dgm:pt modelId="{E8881FFE-C100-4B9E-8F8A-3853A780A94E}" type="pres">
      <dgm:prSet presAssocID="{A7A5D703-A090-47CD-8242-59E065DBD1B4}" presName="sibTrans" presStyleCnt="0"/>
      <dgm:spPr/>
    </dgm:pt>
    <dgm:pt modelId="{C16B2BCE-80F7-4996-8A05-18CC0E8EB032}" type="pres">
      <dgm:prSet presAssocID="{77C54C23-CBE8-4D64-8D9F-5F73FB80612E}" presName="compNode" presStyleCnt="0"/>
      <dgm:spPr/>
    </dgm:pt>
    <dgm:pt modelId="{29D86C79-294D-445A-A722-DF6D6FA0FF3B}" type="pres">
      <dgm:prSet presAssocID="{77C54C23-CBE8-4D64-8D9F-5F73FB80612E}" presName="bgRect" presStyleLbl="bgShp" presStyleIdx="2" presStyleCnt="3"/>
      <dgm:spPr/>
    </dgm:pt>
    <dgm:pt modelId="{1F4A9782-7D89-4DFF-B02B-F922975AF58B}" type="pres">
      <dgm:prSet presAssocID="{77C54C23-CBE8-4D64-8D9F-5F73FB80612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croscope"/>
        </a:ext>
      </dgm:extLst>
    </dgm:pt>
    <dgm:pt modelId="{456D63D0-F83A-466E-A1B2-AA6CA40ABA6D}" type="pres">
      <dgm:prSet presAssocID="{77C54C23-CBE8-4D64-8D9F-5F73FB80612E}" presName="spaceRect" presStyleCnt="0"/>
      <dgm:spPr/>
    </dgm:pt>
    <dgm:pt modelId="{5BD73470-7847-480D-A941-3865B58C1CE9}" type="pres">
      <dgm:prSet presAssocID="{77C54C23-CBE8-4D64-8D9F-5F73FB80612E}" presName="parTx" presStyleLbl="revTx" presStyleIdx="2" presStyleCnt="4">
        <dgm:presLayoutVars>
          <dgm:chMax val="0"/>
          <dgm:chPref val="0"/>
        </dgm:presLayoutVars>
      </dgm:prSet>
      <dgm:spPr/>
    </dgm:pt>
    <dgm:pt modelId="{8A26F7B0-5098-4FE0-9D04-F8AED6220C40}" type="pres">
      <dgm:prSet presAssocID="{77C54C23-CBE8-4D64-8D9F-5F73FB80612E}" presName="desTx" presStyleLbl="revTx" presStyleIdx="3" presStyleCnt="4">
        <dgm:presLayoutVars/>
      </dgm:prSet>
      <dgm:spPr/>
    </dgm:pt>
  </dgm:ptLst>
  <dgm:cxnLst>
    <dgm:cxn modelId="{DB3A7208-FE9F-444E-90EE-422711C05D66}" srcId="{544AFD39-4C34-4794-AEC4-0C0A6F91C24C}" destId="{D4004B6E-A51E-4610-B1F0-B449CD56D23D}" srcOrd="0" destOrd="0" parTransId="{B466E17C-43F4-4AFF-986D-52CB7E34E067}" sibTransId="{52181424-D779-4176-BF2C-5963EA637550}"/>
    <dgm:cxn modelId="{A2AB660A-CB1F-410C-AA6C-CCEED3D91051}" srcId="{544AFD39-4C34-4794-AEC4-0C0A6F91C24C}" destId="{77C54C23-CBE8-4D64-8D9F-5F73FB80612E}" srcOrd="2" destOrd="0" parTransId="{DE0846E6-9765-4AFD-8792-29026327393B}" sibTransId="{870B83D1-17BC-45BA-8DDB-506A604912FA}"/>
    <dgm:cxn modelId="{B7B5A015-41AB-4D2A-A1E4-FFCA27BA715E}" type="presOf" srcId="{F3DA9439-C3D6-4900-A80F-CD8FD7520A5E}" destId="{8A26F7B0-5098-4FE0-9D04-F8AED6220C40}" srcOrd="0" destOrd="0" presId="urn:microsoft.com/office/officeart/2018/2/layout/IconVerticalSolidList"/>
    <dgm:cxn modelId="{B8D1802B-D471-4D59-9E29-8DDB568CE67F}" type="presOf" srcId="{77C54C23-CBE8-4D64-8D9F-5F73FB80612E}" destId="{5BD73470-7847-480D-A941-3865B58C1CE9}" srcOrd="0" destOrd="0" presId="urn:microsoft.com/office/officeart/2018/2/layout/IconVerticalSolidList"/>
    <dgm:cxn modelId="{2E02D638-FDAF-45D1-B832-3394607719A4}" srcId="{77C54C23-CBE8-4D64-8D9F-5F73FB80612E}" destId="{7E8F70B6-DDFD-4F4C-8C8F-1D55C1F12AEF}" srcOrd="1" destOrd="0" parTransId="{B0419EE0-92C1-4B34-B525-1912EA8493DA}" sibTransId="{16060949-E774-4927-A26B-81E3C40F25A9}"/>
    <dgm:cxn modelId="{1C33FA9C-2D47-42E1-A838-E745DB0B1B68}" type="presOf" srcId="{D4004B6E-A51E-4610-B1F0-B449CD56D23D}" destId="{FEAF20CE-5A6E-42C8-AA3D-59F2E30D9D30}" srcOrd="0" destOrd="0" presId="urn:microsoft.com/office/officeart/2018/2/layout/IconVerticalSolidList"/>
    <dgm:cxn modelId="{687B00CA-FF9C-4D94-BCC4-D02D8E808B92}" type="presOf" srcId="{544AFD39-4C34-4794-AEC4-0C0A6F91C24C}" destId="{AA4BB4EE-A47B-4D79-89B7-448A896899EC}" srcOrd="0" destOrd="0" presId="urn:microsoft.com/office/officeart/2018/2/layout/IconVerticalSolidList"/>
    <dgm:cxn modelId="{450EF3D4-8ED3-48B2-A166-0B8DD687DAF2}" type="presOf" srcId="{88AAD672-E055-4278-9840-FF4634D8F8CA}" destId="{86B9421C-9E35-410D-B132-6B5B2818C2AF}" srcOrd="0" destOrd="0" presId="urn:microsoft.com/office/officeart/2018/2/layout/IconVerticalSolidList"/>
    <dgm:cxn modelId="{B6085BDA-9F72-4491-9234-8713767665D9}" srcId="{544AFD39-4C34-4794-AEC4-0C0A6F91C24C}" destId="{88AAD672-E055-4278-9840-FF4634D8F8CA}" srcOrd="1" destOrd="0" parTransId="{1673E115-EA00-4E6B-B298-F251A9B87849}" sibTransId="{A7A5D703-A090-47CD-8242-59E065DBD1B4}"/>
    <dgm:cxn modelId="{B67C5BED-0BFB-4D78-AE96-20D4A28C1F48}" srcId="{77C54C23-CBE8-4D64-8D9F-5F73FB80612E}" destId="{F3DA9439-C3D6-4900-A80F-CD8FD7520A5E}" srcOrd="0" destOrd="0" parTransId="{C0793C49-AD1C-4447-9028-2BD3772AB3A1}" sibTransId="{AAA6A55F-AB1C-4C99-9CD4-EDD7320942C7}"/>
    <dgm:cxn modelId="{CFE229FC-31E6-4E6D-B183-61EE14DA60F8}" type="presOf" srcId="{7E8F70B6-DDFD-4F4C-8C8F-1D55C1F12AEF}" destId="{8A26F7B0-5098-4FE0-9D04-F8AED6220C40}" srcOrd="0" destOrd="1" presId="urn:microsoft.com/office/officeart/2018/2/layout/IconVerticalSolidList"/>
    <dgm:cxn modelId="{32C65206-EC2E-4B8C-9A2E-DFF54569F122}" type="presParOf" srcId="{AA4BB4EE-A47B-4D79-89B7-448A896899EC}" destId="{E0AEFD42-52D9-41B4-9432-CC6BCFC30AE1}" srcOrd="0" destOrd="0" presId="urn:microsoft.com/office/officeart/2018/2/layout/IconVerticalSolidList"/>
    <dgm:cxn modelId="{D2B993D8-9531-402F-B773-B5DE12AB5202}" type="presParOf" srcId="{E0AEFD42-52D9-41B4-9432-CC6BCFC30AE1}" destId="{D4FB4B55-3268-486F-B868-425C091E412D}" srcOrd="0" destOrd="0" presId="urn:microsoft.com/office/officeart/2018/2/layout/IconVerticalSolidList"/>
    <dgm:cxn modelId="{D4A88039-286A-44F8-8461-532080EE2049}" type="presParOf" srcId="{E0AEFD42-52D9-41B4-9432-CC6BCFC30AE1}" destId="{E603F46F-3FA1-443C-8EF0-8E9846BCE2EE}" srcOrd="1" destOrd="0" presId="urn:microsoft.com/office/officeart/2018/2/layout/IconVerticalSolidList"/>
    <dgm:cxn modelId="{021FE1E1-11C5-402D-B400-9A9583E47845}" type="presParOf" srcId="{E0AEFD42-52D9-41B4-9432-CC6BCFC30AE1}" destId="{B3C1011D-7DD8-4BBC-A0C9-05E96A37EE65}" srcOrd="2" destOrd="0" presId="urn:microsoft.com/office/officeart/2018/2/layout/IconVerticalSolidList"/>
    <dgm:cxn modelId="{96088D06-A502-4CF0-BDC0-6893446EC7B6}" type="presParOf" srcId="{E0AEFD42-52D9-41B4-9432-CC6BCFC30AE1}" destId="{FEAF20CE-5A6E-42C8-AA3D-59F2E30D9D30}" srcOrd="3" destOrd="0" presId="urn:microsoft.com/office/officeart/2018/2/layout/IconVerticalSolidList"/>
    <dgm:cxn modelId="{961F8B92-125C-4CE1-842D-BEAD1BB42268}" type="presParOf" srcId="{AA4BB4EE-A47B-4D79-89B7-448A896899EC}" destId="{F981EC73-2708-4818-B66B-67E991C66931}" srcOrd="1" destOrd="0" presId="urn:microsoft.com/office/officeart/2018/2/layout/IconVerticalSolidList"/>
    <dgm:cxn modelId="{3381F192-9327-4050-B201-F951952D121C}" type="presParOf" srcId="{AA4BB4EE-A47B-4D79-89B7-448A896899EC}" destId="{E1F4E865-D0FB-4EE4-8062-8442542E8D88}" srcOrd="2" destOrd="0" presId="urn:microsoft.com/office/officeart/2018/2/layout/IconVerticalSolidList"/>
    <dgm:cxn modelId="{11637F38-470C-46D9-8E1C-7A538FF0B854}" type="presParOf" srcId="{E1F4E865-D0FB-4EE4-8062-8442542E8D88}" destId="{2037065B-8362-489A-AC93-43812264CD05}" srcOrd="0" destOrd="0" presId="urn:microsoft.com/office/officeart/2018/2/layout/IconVerticalSolidList"/>
    <dgm:cxn modelId="{D5005652-EE36-4909-B1EE-D7CCF92A2D58}" type="presParOf" srcId="{E1F4E865-D0FB-4EE4-8062-8442542E8D88}" destId="{27BBA684-C93C-43D9-A10B-C99273D26B72}" srcOrd="1" destOrd="0" presId="urn:microsoft.com/office/officeart/2018/2/layout/IconVerticalSolidList"/>
    <dgm:cxn modelId="{49D8466A-109B-4DD5-BE48-4E804FBD8AF5}" type="presParOf" srcId="{E1F4E865-D0FB-4EE4-8062-8442542E8D88}" destId="{C96E7FB0-4077-480C-815E-9790655C9753}" srcOrd="2" destOrd="0" presId="urn:microsoft.com/office/officeart/2018/2/layout/IconVerticalSolidList"/>
    <dgm:cxn modelId="{9E13BCFC-6342-40AD-B6B6-B8C69AA9366F}" type="presParOf" srcId="{E1F4E865-D0FB-4EE4-8062-8442542E8D88}" destId="{86B9421C-9E35-410D-B132-6B5B2818C2AF}" srcOrd="3" destOrd="0" presId="urn:microsoft.com/office/officeart/2018/2/layout/IconVerticalSolidList"/>
    <dgm:cxn modelId="{15BA311B-B702-4608-93F3-542E4FE90F51}" type="presParOf" srcId="{AA4BB4EE-A47B-4D79-89B7-448A896899EC}" destId="{E8881FFE-C100-4B9E-8F8A-3853A780A94E}" srcOrd="3" destOrd="0" presId="urn:microsoft.com/office/officeart/2018/2/layout/IconVerticalSolidList"/>
    <dgm:cxn modelId="{10B4E2B6-0490-4726-B4F1-B10B2065DC7D}" type="presParOf" srcId="{AA4BB4EE-A47B-4D79-89B7-448A896899EC}" destId="{C16B2BCE-80F7-4996-8A05-18CC0E8EB032}" srcOrd="4" destOrd="0" presId="urn:microsoft.com/office/officeart/2018/2/layout/IconVerticalSolidList"/>
    <dgm:cxn modelId="{5AEF38F0-9FAD-494A-A584-D22D941AB665}" type="presParOf" srcId="{C16B2BCE-80F7-4996-8A05-18CC0E8EB032}" destId="{29D86C79-294D-445A-A722-DF6D6FA0FF3B}" srcOrd="0" destOrd="0" presId="urn:microsoft.com/office/officeart/2018/2/layout/IconVerticalSolidList"/>
    <dgm:cxn modelId="{39585CFB-C1D4-4CA9-A295-6C5E23C22B5F}" type="presParOf" srcId="{C16B2BCE-80F7-4996-8A05-18CC0E8EB032}" destId="{1F4A9782-7D89-4DFF-B02B-F922975AF58B}" srcOrd="1" destOrd="0" presId="urn:microsoft.com/office/officeart/2018/2/layout/IconVerticalSolidList"/>
    <dgm:cxn modelId="{52C6CEA3-C7FE-468D-9521-1EEA90608489}" type="presParOf" srcId="{C16B2BCE-80F7-4996-8A05-18CC0E8EB032}" destId="{456D63D0-F83A-466E-A1B2-AA6CA40ABA6D}" srcOrd="2" destOrd="0" presId="urn:microsoft.com/office/officeart/2018/2/layout/IconVerticalSolidList"/>
    <dgm:cxn modelId="{104F83AA-EA86-44BD-98F5-2AD169A4A357}" type="presParOf" srcId="{C16B2BCE-80F7-4996-8A05-18CC0E8EB032}" destId="{5BD73470-7847-480D-A941-3865B58C1CE9}" srcOrd="3" destOrd="0" presId="urn:microsoft.com/office/officeart/2018/2/layout/IconVerticalSolidList"/>
    <dgm:cxn modelId="{0823011E-07EE-41B3-9F48-D38A4DBB40C7}" type="presParOf" srcId="{C16B2BCE-80F7-4996-8A05-18CC0E8EB032}" destId="{8A26F7B0-5098-4FE0-9D04-F8AED6220C40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185BF4-4E18-4140-B034-06AD482AA809}">
      <dsp:nvSpPr>
        <dsp:cNvPr id="0" name=""/>
        <dsp:cNvSpPr/>
      </dsp:nvSpPr>
      <dsp:spPr>
        <a:xfrm>
          <a:off x="0" y="3214"/>
          <a:ext cx="10357665" cy="68472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6273EC-961F-4893-8804-777C74512349}">
      <dsp:nvSpPr>
        <dsp:cNvPr id="0" name=""/>
        <dsp:cNvSpPr/>
      </dsp:nvSpPr>
      <dsp:spPr>
        <a:xfrm>
          <a:off x="207130" y="157278"/>
          <a:ext cx="376600" cy="3766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F3CBCE-EB8F-4692-A028-AAEAD411EF3D}">
      <dsp:nvSpPr>
        <dsp:cNvPr id="0" name=""/>
        <dsp:cNvSpPr/>
      </dsp:nvSpPr>
      <dsp:spPr>
        <a:xfrm>
          <a:off x="790861" y="3214"/>
          <a:ext cx="9566804" cy="684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467" tIns="72467" rIns="72467" bIns="7246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Posts were retrieved from Stack Overflow using </a:t>
          </a:r>
          <a:r>
            <a:rPr lang="en-US" sz="1900" kern="1200" dirty="0" err="1"/>
            <a:t>StackExchange</a:t>
          </a:r>
          <a:r>
            <a:rPr lang="en-US" sz="1900" kern="1200" dirty="0"/>
            <a:t> Data Explorer</a:t>
          </a:r>
          <a:r>
            <a:rPr lang="en-US" sz="1900" kern="1200" dirty="0">
              <a:latin typeface="Avenir Next LT Pro Light"/>
            </a:rPr>
            <a:t>.</a:t>
          </a:r>
          <a:endParaRPr lang="en-US" sz="1900" kern="1200" dirty="0"/>
        </a:p>
      </dsp:txBody>
      <dsp:txXfrm>
        <a:off x="790861" y="3214"/>
        <a:ext cx="9566804" cy="684728"/>
      </dsp:txXfrm>
    </dsp:sp>
    <dsp:sp modelId="{AC1007F0-2C87-4070-AEDC-A00A60855600}">
      <dsp:nvSpPr>
        <dsp:cNvPr id="0" name=""/>
        <dsp:cNvSpPr/>
      </dsp:nvSpPr>
      <dsp:spPr>
        <a:xfrm>
          <a:off x="0" y="859125"/>
          <a:ext cx="10357665" cy="68472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32A852-5FF1-4522-AFCA-3C026749300A}">
      <dsp:nvSpPr>
        <dsp:cNvPr id="0" name=""/>
        <dsp:cNvSpPr/>
      </dsp:nvSpPr>
      <dsp:spPr>
        <a:xfrm>
          <a:off x="207130" y="1013189"/>
          <a:ext cx="376600" cy="3766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7DEA57-1BD7-466C-A3C5-6C821C6639E7}">
      <dsp:nvSpPr>
        <dsp:cNvPr id="0" name=""/>
        <dsp:cNvSpPr/>
      </dsp:nvSpPr>
      <dsp:spPr>
        <a:xfrm>
          <a:off x="790861" y="859125"/>
          <a:ext cx="9566804" cy="684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467" tIns="72467" rIns="72467" bIns="72467" numCol="1" spcCol="1270" anchor="ctr" anchorCtr="0">
          <a:noAutofit/>
        </a:bodyPr>
        <a:lstStyle/>
        <a:p>
          <a:pPr marL="0" lvl="0" indent="0" algn="l" defTabSz="8445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A keyword was defined for each web </a:t>
          </a:r>
          <a:r>
            <a:rPr lang="en-US" sz="1900" kern="1200" dirty="0">
              <a:latin typeface="Avenir Next LT Pro Light"/>
            </a:rPr>
            <a:t>API. For</a:t>
          </a:r>
          <a:r>
            <a:rPr lang="en-US" sz="1900" kern="1200" dirty="0"/>
            <a:t> example, "twitter</a:t>
          </a:r>
          <a:r>
            <a:rPr lang="en-US" sz="1900" kern="1200" dirty="0">
              <a:latin typeface="Avenir Next LT Pro Light"/>
            </a:rPr>
            <a:t>".</a:t>
          </a:r>
          <a:endParaRPr lang="en-US" sz="1900" kern="1200" dirty="0"/>
        </a:p>
      </dsp:txBody>
      <dsp:txXfrm>
        <a:off x="790861" y="859125"/>
        <a:ext cx="9566804" cy="684728"/>
      </dsp:txXfrm>
    </dsp:sp>
    <dsp:sp modelId="{A8408B03-B23F-44B8-8AFD-83B8E99D4EDD}">
      <dsp:nvSpPr>
        <dsp:cNvPr id="0" name=""/>
        <dsp:cNvSpPr/>
      </dsp:nvSpPr>
      <dsp:spPr>
        <a:xfrm>
          <a:off x="0" y="1715036"/>
          <a:ext cx="10357665" cy="68472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33419B-75B8-4072-98E6-A3D6AA6D2450}">
      <dsp:nvSpPr>
        <dsp:cNvPr id="0" name=""/>
        <dsp:cNvSpPr/>
      </dsp:nvSpPr>
      <dsp:spPr>
        <a:xfrm>
          <a:off x="207130" y="1869100"/>
          <a:ext cx="376600" cy="3766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28EC54-5467-4888-B09F-8A4F92FAFDB0}">
      <dsp:nvSpPr>
        <dsp:cNvPr id="0" name=""/>
        <dsp:cNvSpPr/>
      </dsp:nvSpPr>
      <dsp:spPr>
        <a:xfrm>
          <a:off x="790861" y="1715036"/>
          <a:ext cx="9566804" cy="684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467" tIns="72467" rIns="72467" bIns="7246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Wild-card search to mine posts tagged with labels including the keyword</a:t>
          </a:r>
          <a:r>
            <a:rPr lang="en-US" sz="1900" kern="1200" dirty="0">
              <a:latin typeface="Avenir Next LT Pro Light"/>
            </a:rPr>
            <a:t>.</a:t>
          </a:r>
          <a:endParaRPr lang="en-US" sz="1900" kern="1200" dirty="0"/>
        </a:p>
      </dsp:txBody>
      <dsp:txXfrm>
        <a:off x="790861" y="1715036"/>
        <a:ext cx="9566804" cy="684728"/>
      </dsp:txXfrm>
    </dsp:sp>
    <dsp:sp modelId="{4C6DFD95-5D02-4F0D-B747-90457A82D38C}">
      <dsp:nvSpPr>
        <dsp:cNvPr id="0" name=""/>
        <dsp:cNvSpPr/>
      </dsp:nvSpPr>
      <dsp:spPr>
        <a:xfrm>
          <a:off x="0" y="2570946"/>
          <a:ext cx="10357665" cy="68472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814F6D-02FB-48F1-8A86-4E6DCF528766}">
      <dsp:nvSpPr>
        <dsp:cNvPr id="0" name=""/>
        <dsp:cNvSpPr/>
      </dsp:nvSpPr>
      <dsp:spPr>
        <a:xfrm>
          <a:off x="207130" y="2725010"/>
          <a:ext cx="376600" cy="3766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84E41A-998D-426F-900E-F754ECEEB6EB}">
      <dsp:nvSpPr>
        <dsp:cNvPr id="0" name=""/>
        <dsp:cNvSpPr/>
      </dsp:nvSpPr>
      <dsp:spPr>
        <a:xfrm>
          <a:off x="790861" y="2570946"/>
          <a:ext cx="9566804" cy="684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467" tIns="72467" rIns="72467" bIns="7246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46,646 posts with labels including “twitter” were retrieved</a:t>
          </a:r>
          <a:r>
            <a:rPr lang="en-US" sz="1900" kern="1200" dirty="0">
              <a:latin typeface="Avenir Next LT Pro Light"/>
            </a:rPr>
            <a:t>.</a:t>
          </a:r>
          <a:endParaRPr lang="en-US" sz="1900" kern="1200" dirty="0"/>
        </a:p>
      </dsp:txBody>
      <dsp:txXfrm>
        <a:off x="790861" y="2570946"/>
        <a:ext cx="9566804" cy="684728"/>
      </dsp:txXfrm>
    </dsp:sp>
    <dsp:sp modelId="{401D067D-F5CD-4B0C-9E04-5473B8D4090D}">
      <dsp:nvSpPr>
        <dsp:cNvPr id="0" name=""/>
        <dsp:cNvSpPr/>
      </dsp:nvSpPr>
      <dsp:spPr>
        <a:xfrm>
          <a:off x="0" y="3426857"/>
          <a:ext cx="10357665" cy="68472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890F99-02A9-4FEE-A56C-40651711C66C}">
      <dsp:nvSpPr>
        <dsp:cNvPr id="0" name=""/>
        <dsp:cNvSpPr/>
      </dsp:nvSpPr>
      <dsp:spPr>
        <a:xfrm>
          <a:off x="207130" y="3580921"/>
          <a:ext cx="376600" cy="3766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6DD622-6FBB-435E-AC04-6676F648F48F}">
      <dsp:nvSpPr>
        <dsp:cNvPr id="0" name=""/>
        <dsp:cNvSpPr/>
      </dsp:nvSpPr>
      <dsp:spPr>
        <a:xfrm>
          <a:off x="790861" y="3426857"/>
          <a:ext cx="9566804" cy="684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467" tIns="72467" rIns="72467" bIns="7246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Posts were retrieved on May 1st, 2014</a:t>
          </a:r>
          <a:r>
            <a:rPr lang="en-US" sz="1900" kern="1200" dirty="0">
              <a:latin typeface="Avenir Next LT Pro Light"/>
            </a:rPr>
            <a:t>.</a:t>
          </a:r>
          <a:endParaRPr lang="en-US" sz="1900" kern="1200" dirty="0"/>
        </a:p>
      </dsp:txBody>
      <dsp:txXfrm>
        <a:off x="790861" y="3426857"/>
        <a:ext cx="9566804" cy="68472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8B6617-EFA8-4075-B67F-2774018B3440}">
      <dsp:nvSpPr>
        <dsp:cNvPr id="0" name=""/>
        <dsp:cNvSpPr/>
      </dsp:nvSpPr>
      <dsp:spPr>
        <a:xfrm>
          <a:off x="0" y="502"/>
          <a:ext cx="10357665" cy="117537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2DDBEC-0837-48D2-84A0-8C1E5BA06F51}">
      <dsp:nvSpPr>
        <dsp:cNvPr id="0" name=""/>
        <dsp:cNvSpPr/>
      </dsp:nvSpPr>
      <dsp:spPr>
        <a:xfrm>
          <a:off x="355549" y="264960"/>
          <a:ext cx="646453" cy="64645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9AD9BF-B89F-4326-B264-00ACF7E98FFE}">
      <dsp:nvSpPr>
        <dsp:cNvPr id="0" name=""/>
        <dsp:cNvSpPr/>
      </dsp:nvSpPr>
      <dsp:spPr>
        <a:xfrm>
          <a:off x="1357552" y="502"/>
          <a:ext cx="9000113" cy="11753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393" tIns="124393" rIns="124393" bIns="12439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How many questions were generated on Stack Overflow per change of each type?</a:t>
          </a:r>
        </a:p>
      </dsp:txBody>
      <dsp:txXfrm>
        <a:off x="1357552" y="502"/>
        <a:ext cx="9000113" cy="1175370"/>
      </dsp:txXfrm>
    </dsp:sp>
    <dsp:sp modelId="{A4BD9DD1-8AE7-43CE-B8FF-6C245791D1C6}">
      <dsp:nvSpPr>
        <dsp:cNvPr id="0" name=""/>
        <dsp:cNvSpPr/>
      </dsp:nvSpPr>
      <dsp:spPr>
        <a:xfrm>
          <a:off x="0" y="1469715"/>
          <a:ext cx="10357665" cy="117537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C93D03-8AD0-46E8-BFE9-027899D48824}">
      <dsp:nvSpPr>
        <dsp:cNvPr id="0" name=""/>
        <dsp:cNvSpPr/>
      </dsp:nvSpPr>
      <dsp:spPr>
        <a:xfrm>
          <a:off x="355549" y="1734173"/>
          <a:ext cx="646453" cy="64645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0710DB-20BF-4AD3-A10C-799A174DCC5F}">
      <dsp:nvSpPr>
        <dsp:cNvPr id="0" name=""/>
        <dsp:cNvSpPr/>
      </dsp:nvSpPr>
      <dsp:spPr>
        <a:xfrm>
          <a:off x="1357552" y="1469715"/>
          <a:ext cx="9000113" cy="11753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393" tIns="124393" rIns="124393" bIns="12439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Add Method is the highest with an average of 63 questions per change.</a:t>
          </a:r>
        </a:p>
      </dsp:txBody>
      <dsp:txXfrm>
        <a:off x="1357552" y="1469715"/>
        <a:ext cx="9000113" cy="1175370"/>
      </dsp:txXfrm>
    </dsp:sp>
    <dsp:sp modelId="{AC8871DB-FF4B-4BC6-9FF4-7D6B472227CA}">
      <dsp:nvSpPr>
        <dsp:cNvPr id="0" name=""/>
        <dsp:cNvSpPr/>
      </dsp:nvSpPr>
      <dsp:spPr>
        <a:xfrm>
          <a:off x="0" y="2938928"/>
          <a:ext cx="10357665" cy="117537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083F39-1EAF-4F02-90C9-01DA2C92D2CD}">
      <dsp:nvSpPr>
        <dsp:cNvPr id="0" name=""/>
        <dsp:cNvSpPr/>
      </dsp:nvSpPr>
      <dsp:spPr>
        <a:xfrm>
          <a:off x="355549" y="3203386"/>
          <a:ext cx="646453" cy="64645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17C3C4-48A0-47E7-8A39-F381D649319A}">
      <dsp:nvSpPr>
        <dsp:cNvPr id="0" name=""/>
        <dsp:cNvSpPr/>
      </dsp:nvSpPr>
      <dsp:spPr>
        <a:xfrm>
          <a:off x="1357552" y="2938928"/>
          <a:ext cx="9000113" cy="11753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393" tIns="124393" rIns="124393" bIns="12439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Method-level changes result in more questions than parameter-level changes.</a:t>
          </a:r>
        </a:p>
      </dsp:txBody>
      <dsp:txXfrm>
        <a:off x="1357552" y="2938928"/>
        <a:ext cx="9000113" cy="117537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E6470A-265B-435D-9797-279A47A5084A}">
      <dsp:nvSpPr>
        <dsp:cNvPr id="0" name=""/>
        <dsp:cNvSpPr/>
      </dsp:nvSpPr>
      <dsp:spPr>
        <a:xfrm>
          <a:off x="1009864" y="952552"/>
          <a:ext cx="1080843" cy="108084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0A73B4-512A-4BDF-A1F8-2B831CEAED38}">
      <dsp:nvSpPr>
        <dsp:cNvPr id="0" name=""/>
        <dsp:cNvSpPr/>
      </dsp:nvSpPr>
      <dsp:spPr>
        <a:xfrm>
          <a:off x="6223" y="2128413"/>
          <a:ext cx="3088125" cy="4632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33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000" kern="1200"/>
            <a:t>Score</a:t>
          </a:r>
        </a:p>
      </dsp:txBody>
      <dsp:txXfrm>
        <a:off x="6223" y="2128413"/>
        <a:ext cx="3088125" cy="463218"/>
      </dsp:txXfrm>
    </dsp:sp>
    <dsp:sp modelId="{B06F32A8-D180-48E1-A384-C6E084E07EEB}">
      <dsp:nvSpPr>
        <dsp:cNvPr id="0" name=""/>
        <dsp:cNvSpPr/>
      </dsp:nvSpPr>
      <dsp:spPr>
        <a:xfrm>
          <a:off x="6223" y="2635825"/>
          <a:ext cx="3088125" cy="5264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difference between up-votes and down-votes. </a:t>
          </a:r>
        </a:p>
      </dsp:txBody>
      <dsp:txXfrm>
        <a:off x="6223" y="2635825"/>
        <a:ext cx="3088125" cy="526422"/>
      </dsp:txXfrm>
    </dsp:sp>
    <dsp:sp modelId="{658C3E1F-CFD7-4EBB-B193-27902044F8EF}">
      <dsp:nvSpPr>
        <dsp:cNvPr id="0" name=""/>
        <dsp:cNvSpPr/>
      </dsp:nvSpPr>
      <dsp:spPr>
        <a:xfrm>
          <a:off x="4638411" y="952552"/>
          <a:ext cx="1080843" cy="108084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B88843-8183-4C16-92D3-3B9D6C5BA3BD}">
      <dsp:nvSpPr>
        <dsp:cNvPr id="0" name=""/>
        <dsp:cNvSpPr/>
      </dsp:nvSpPr>
      <dsp:spPr>
        <a:xfrm>
          <a:off x="3634770" y="2128413"/>
          <a:ext cx="3088125" cy="4632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33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000" kern="1200"/>
            <a:t>View Count</a:t>
          </a:r>
        </a:p>
      </dsp:txBody>
      <dsp:txXfrm>
        <a:off x="3634770" y="2128413"/>
        <a:ext cx="3088125" cy="463218"/>
      </dsp:txXfrm>
    </dsp:sp>
    <dsp:sp modelId="{2A77E467-CB82-42C1-90CB-3FDB332FF975}">
      <dsp:nvSpPr>
        <dsp:cNvPr id="0" name=""/>
        <dsp:cNvSpPr/>
      </dsp:nvSpPr>
      <dsp:spPr>
        <a:xfrm>
          <a:off x="3634770" y="2635825"/>
          <a:ext cx="3088125" cy="5264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number of times the question has been viewed. </a:t>
          </a:r>
        </a:p>
      </dsp:txBody>
      <dsp:txXfrm>
        <a:off x="3634770" y="2635825"/>
        <a:ext cx="3088125" cy="526422"/>
      </dsp:txXfrm>
    </dsp:sp>
    <dsp:sp modelId="{C1E18B86-7B1C-4B1D-B7E3-9843536F8DD5}">
      <dsp:nvSpPr>
        <dsp:cNvPr id="0" name=""/>
        <dsp:cNvSpPr/>
      </dsp:nvSpPr>
      <dsp:spPr>
        <a:xfrm>
          <a:off x="8266958" y="952552"/>
          <a:ext cx="1080843" cy="108084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B96F44-626D-419A-9EC1-38831D4E2077}">
      <dsp:nvSpPr>
        <dsp:cNvPr id="0" name=""/>
        <dsp:cNvSpPr/>
      </dsp:nvSpPr>
      <dsp:spPr>
        <a:xfrm>
          <a:off x="7263317" y="2128413"/>
          <a:ext cx="3088125" cy="4632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33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000" kern="1200"/>
            <a:t>Answer Count</a:t>
          </a:r>
        </a:p>
      </dsp:txBody>
      <dsp:txXfrm>
        <a:off x="7263317" y="2128413"/>
        <a:ext cx="3088125" cy="463218"/>
      </dsp:txXfrm>
    </dsp:sp>
    <dsp:sp modelId="{BD9F7050-8B0A-436A-A819-B5ABEDDE4DF5}">
      <dsp:nvSpPr>
        <dsp:cNvPr id="0" name=""/>
        <dsp:cNvSpPr/>
      </dsp:nvSpPr>
      <dsp:spPr>
        <a:xfrm>
          <a:off x="7263317" y="2635825"/>
          <a:ext cx="3088125" cy="5264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number of answers for the question. </a:t>
          </a:r>
        </a:p>
      </dsp:txBody>
      <dsp:txXfrm>
        <a:off x="7263317" y="2635825"/>
        <a:ext cx="3088125" cy="52642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4212BF-2F5E-4091-A928-9D0505260C6B}">
      <dsp:nvSpPr>
        <dsp:cNvPr id="0" name=""/>
        <dsp:cNvSpPr/>
      </dsp:nvSpPr>
      <dsp:spPr>
        <a:xfrm>
          <a:off x="6223" y="731693"/>
          <a:ext cx="1080843" cy="108084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BB14C3-F492-4EE0-B4BC-27C9B7C1A37C}">
      <dsp:nvSpPr>
        <dsp:cNvPr id="0" name=""/>
        <dsp:cNvSpPr/>
      </dsp:nvSpPr>
      <dsp:spPr>
        <a:xfrm>
          <a:off x="6223" y="1926548"/>
          <a:ext cx="3088125" cy="4632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Data Collection</a:t>
          </a:r>
        </a:p>
      </dsp:txBody>
      <dsp:txXfrm>
        <a:off x="6223" y="1926548"/>
        <a:ext cx="3088125" cy="463218"/>
      </dsp:txXfrm>
    </dsp:sp>
    <dsp:sp modelId="{1D1607ED-6A14-4D2C-8361-4C022C4E21F2}">
      <dsp:nvSpPr>
        <dsp:cNvPr id="0" name=""/>
        <dsp:cNvSpPr/>
      </dsp:nvSpPr>
      <dsp:spPr>
        <a:xfrm>
          <a:off x="6223" y="2442795"/>
          <a:ext cx="3088125" cy="940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The majority of the data came from Twitter. </a:t>
          </a:r>
        </a:p>
      </dsp:txBody>
      <dsp:txXfrm>
        <a:off x="6223" y="2442795"/>
        <a:ext cx="3088125" cy="940312"/>
      </dsp:txXfrm>
    </dsp:sp>
    <dsp:sp modelId="{BE154A1F-E2A2-4B64-8AB7-629ECECBB47A}">
      <dsp:nvSpPr>
        <dsp:cNvPr id="0" name=""/>
        <dsp:cNvSpPr/>
      </dsp:nvSpPr>
      <dsp:spPr>
        <a:xfrm>
          <a:off x="3634770" y="731693"/>
          <a:ext cx="1080843" cy="108084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B0E2DC-55DD-4F23-8EA5-C111C23142B4}">
      <dsp:nvSpPr>
        <dsp:cNvPr id="0" name=""/>
        <dsp:cNvSpPr/>
      </dsp:nvSpPr>
      <dsp:spPr>
        <a:xfrm>
          <a:off x="3634770" y="1926548"/>
          <a:ext cx="3088125" cy="4632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Data Separation </a:t>
          </a:r>
        </a:p>
      </dsp:txBody>
      <dsp:txXfrm>
        <a:off x="3634770" y="1926548"/>
        <a:ext cx="3088125" cy="463218"/>
      </dsp:txXfrm>
    </dsp:sp>
    <dsp:sp modelId="{DF9091A9-8D78-4A86-8F23-08965FC9E9A7}">
      <dsp:nvSpPr>
        <dsp:cNvPr id="0" name=""/>
        <dsp:cNvSpPr/>
      </dsp:nvSpPr>
      <dsp:spPr>
        <a:xfrm>
          <a:off x="3634770" y="2442795"/>
          <a:ext cx="3088125" cy="940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The study considers merged and divided methods as deleted and the methods that replace them added. </a:t>
          </a:r>
        </a:p>
      </dsp:txBody>
      <dsp:txXfrm>
        <a:off x="3634770" y="2442795"/>
        <a:ext cx="3088125" cy="940312"/>
      </dsp:txXfrm>
    </dsp:sp>
    <dsp:sp modelId="{EF628EAA-EF79-465E-9C44-0C1C2688C10A}">
      <dsp:nvSpPr>
        <dsp:cNvPr id="0" name=""/>
        <dsp:cNvSpPr/>
      </dsp:nvSpPr>
      <dsp:spPr>
        <a:xfrm>
          <a:off x="7263317" y="731693"/>
          <a:ext cx="1080843" cy="108084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0BBF26-7FB6-4E0C-8675-3AD6050FA8E0}">
      <dsp:nvSpPr>
        <dsp:cNvPr id="0" name=""/>
        <dsp:cNvSpPr/>
      </dsp:nvSpPr>
      <dsp:spPr>
        <a:xfrm>
          <a:off x="7263317" y="1926548"/>
          <a:ext cx="3088125" cy="4632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Ambiguous Conclusions </a:t>
          </a:r>
        </a:p>
      </dsp:txBody>
      <dsp:txXfrm>
        <a:off x="7263317" y="1926548"/>
        <a:ext cx="3088125" cy="463218"/>
      </dsp:txXfrm>
    </dsp:sp>
    <dsp:sp modelId="{75095941-C2F3-4BEB-9C4B-81D265F0A1E8}">
      <dsp:nvSpPr>
        <dsp:cNvPr id="0" name=""/>
        <dsp:cNvSpPr/>
      </dsp:nvSpPr>
      <dsp:spPr>
        <a:xfrm>
          <a:off x="7263317" y="2442795"/>
          <a:ext cx="3088125" cy="940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The study fails to clearly analyze why change types receive various levels of engagement. </a:t>
          </a:r>
        </a:p>
      </dsp:txBody>
      <dsp:txXfrm>
        <a:off x="7263317" y="2442795"/>
        <a:ext cx="3088125" cy="94031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FB4B55-3268-486F-B868-425C091E412D}">
      <dsp:nvSpPr>
        <dsp:cNvPr id="0" name=""/>
        <dsp:cNvSpPr/>
      </dsp:nvSpPr>
      <dsp:spPr>
        <a:xfrm>
          <a:off x="0" y="502"/>
          <a:ext cx="10357665" cy="117537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03F46F-3FA1-443C-8EF0-8E9846BCE2EE}">
      <dsp:nvSpPr>
        <dsp:cNvPr id="0" name=""/>
        <dsp:cNvSpPr/>
      </dsp:nvSpPr>
      <dsp:spPr>
        <a:xfrm>
          <a:off x="355549" y="264960"/>
          <a:ext cx="646453" cy="64645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AF20CE-5A6E-42C8-AA3D-59F2E30D9D30}">
      <dsp:nvSpPr>
        <dsp:cNvPr id="0" name=""/>
        <dsp:cNvSpPr/>
      </dsp:nvSpPr>
      <dsp:spPr>
        <a:xfrm>
          <a:off x="1357552" y="502"/>
          <a:ext cx="9000113" cy="11753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393" tIns="124393" rIns="124393" bIns="12439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Adding new methods to APIs results in the most questions and views per change</a:t>
          </a:r>
        </a:p>
      </dsp:txBody>
      <dsp:txXfrm>
        <a:off x="1357552" y="502"/>
        <a:ext cx="9000113" cy="1175370"/>
      </dsp:txXfrm>
    </dsp:sp>
    <dsp:sp modelId="{2037065B-8362-489A-AC93-43812264CD05}">
      <dsp:nvSpPr>
        <dsp:cNvPr id="0" name=""/>
        <dsp:cNvSpPr/>
      </dsp:nvSpPr>
      <dsp:spPr>
        <a:xfrm>
          <a:off x="0" y="1469715"/>
          <a:ext cx="10357665" cy="117537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BBA684-C93C-43D9-A10B-C99273D26B72}">
      <dsp:nvSpPr>
        <dsp:cNvPr id="0" name=""/>
        <dsp:cNvSpPr/>
      </dsp:nvSpPr>
      <dsp:spPr>
        <a:xfrm>
          <a:off x="355549" y="1734173"/>
          <a:ext cx="646453" cy="64645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B9421C-9E35-410D-B132-6B5B2818C2AF}">
      <dsp:nvSpPr>
        <dsp:cNvPr id="0" name=""/>
        <dsp:cNvSpPr/>
      </dsp:nvSpPr>
      <dsp:spPr>
        <a:xfrm>
          <a:off x="1357552" y="1469715"/>
          <a:ext cx="9000113" cy="11753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393" tIns="124393" rIns="124393" bIns="12439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Deleting methods results in the most engagement</a:t>
          </a:r>
        </a:p>
      </dsp:txBody>
      <dsp:txXfrm>
        <a:off x="1357552" y="1469715"/>
        <a:ext cx="9000113" cy="1175370"/>
      </dsp:txXfrm>
    </dsp:sp>
    <dsp:sp modelId="{29D86C79-294D-445A-A722-DF6D6FA0FF3B}">
      <dsp:nvSpPr>
        <dsp:cNvPr id="0" name=""/>
        <dsp:cNvSpPr/>
      </dsp:nvSpPr>
      <dsp:spPr>
        <a:xfrm>
          <a:off x="0" y="2938928"/>
          <a:ext cx="10357665" cy="117537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4A9782-7D89-4DFF-B02B-F922975AF58B}">
      <dsp:nvSpPr>
        <dsp:cNvPr id="0" name=""/>
        <dsp:cNvSpPr/>
      </dsp:nvSpPr>
      <dsp:spPr>
        <a:xfrm>
          <a:off x="355549" y="3203386"/>
          <a:ext cx="646453" cy="64645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D73470-7847-480D-A941-3865B58C1CE9}">
      <dsp:nvSpPr>
        <dsp:cNvPr id="0" name=""/>
        <dsp:cNvSpPr/>
      </dsp:nvSpPr>
      <dsp:spPr>
        <a:xfrm>
          <a:off x="1357552" y="2938928"/>
          <a:ext cx="4660949" cy="11753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393" tIns="124393" rIns="124393" bIns="12439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Future research should</a:t>
          </a:r>
        </a:p>
      </dsp:txBody>
      <dsp:txXfrm>
        <a:off x="1357552" y="2938928"/>
        <a:ext cx="4660949" cy="1175370"/>
      </dsp:txXfrm>
    </dsp:sp>
    <dsp:sp modelId="{8A26F7B0-5098-4FE0-9D04-F8AED6220C40}">
      <dsp:nvSpPr>
        <dsp:cNvPr id="0" name=""/>
        <dsp:cNvSpPr/>
      </dsp:nvSpPr>
      <dsp:spPr>
        <a:xfrm>
          <a:off x="6018502" y="2938928"/>
          <a:ext cx="4339163" cy="11753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393" tIns="124393" rIns="124393" bIns="124393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Avenir Next LT Pro Light"/>
            </a:rPr>
            <a:t>• </a:t>
          </a:r>
          <a:r>
            <a:rPr lang="en-US" sz="1500" kern="1200" dirty="0"/>
            <a:t>Collect larger data sets from a variety of sources</a:t>
          </a:r>
        </a:p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Avenir Next LT Pro Light"/>
            </a:rPr>
            <a:t>• </a:t>
          </a:r>
          <a:r>
            <a:rPr lang="en-US" sz="1500" kern="1200" dirty="0"/>
            <a:t>Dig deeper into developer reactions with case studies</a:t>
          </a:r>
        </a:p>
      </dsp:txBody>
      <dsp:txXfrm>
        <a:off x="6018502" y="2938928"/>
        <a:ext cx="4339163" cy="11753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185BB-8B07-4DC9-86F3-2A225C7774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1261872"/>
            <a:ext cx="7638222" cy="2852928"/>
          </a:xfrm>
        </p:spPr>
        <p:txBody>
          <a:bodyPr anchor="b">
            <a:normAutofit/>
          </a:bodyPr>
          <a:lstStyle>
            <a:lvl1pPr algn="l">
              <a:lnSpc>
                <a:spcPct val="130000"/>
              </a:lnSpc>
              <a:defRPr sz="3600" spc="1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4D496A-6E7A-4923-8ED5-B4164125DE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0200" y="4681728"/>
            <a:ext cx="7638222" cy="9292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30000"/>
              </a:lnSpc>
              <a:buNone/>
              <a:defRPr sz="1600" b="1" cap="all" spc="600" baseline="0"/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E3D20-43DC-4C14-8CFF-18545AED1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70CF7-838D-41F7-9297-B5F83BDCEB13}" type="datetimeFigureOut">
              <a:rPr lang="en-US" dirty="0"/>
              <a:t>6/30/2024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FC300-5AFC-418B-85FD-EFA94BD7A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C7E81-ED3C-4DB0-8E74-AD2A87E6B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0C817C9-850F-4FB6-B93B-CF3076C4A5C1}"/>
              </a:ext>
            </a:extLst>
          </p:cNvPr>
          <p:cNvGrpSpPr/>
          <p:nvPr/>
        </p:nvGrpSpPr>
        <p:grpSpPr>
          <a:xfrm flipH="1">
            <a:off x="0" y="0"/>
            <a:ext cx="567782" cy="3306479"/>
            <a:chOff x="11619770" y="-2005"/>
            <a:chExt cx="567782" cy="3306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59433A8-B67D-4675-AFDE-131069A709FC}"/>
                </a:ext>
              </a:extLst>
            </p:cNvPr>
            <p:cNvSpPr/>
            <p:nvPr/>
          </p:nvSpPr>
          <p:spPr>
            <a:xfrm flipV="1">
              <a:off x="11619770" y="373807"/>
              <a:ext cx="526228" cy="2930667"/>
            </a:xfrm>
            <a:custGeom>
              <a:avLst/>
              <a:gdLst/>
              <a:ahLst/>
              <a:cxnLst/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1CD1C45-6A4D-4237-B39C-2D58F401A8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</p:spTree>
    <p:extLst>
      <p:ext uri="{BB962C8B-B14F-4D97-AF65-F5344CB8AC3E}">
        <p14:creationId xmlns:p14="http://schemas.microsoft.com/office/powerpoint/2010/main" val="876698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25F8D-0421-4AEC-9C40-A13163EC8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37680-115A-411F-AEF6-4AC2096B4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662" y="2019299"/>
            <a:ext cx="10357666" cy="4114801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0CC193-1304-4D0F-8331-14D4EC08E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069DA-BCAC-469D-B81F-5CD529FD1EE6}" type="datetimeFigureOut">
              <a:rPr lang="en-US" dirty="0"/>
              <a:t>6/30/2024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455C1-CD32-4050-BAFF-51CC6B62D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AF608-FF11-4CBE-B717-5D56AE67D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743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BD23A02E-6DCF-427A-8CFD-281B2185C7F0}"/>
              </a:ext>
            </a:extLst>
          </p:cNvPr>
          <p:cNvSpPr/>
          <p:nvPr/>
        </p:nvSpPr>
        <p:spPr>
          <a:xfrm>
            <a:off x="3242985" y="511814"/>
            <a:ext cx="5706031" cy="570603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dist="165100" dir="2220000" algn="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6B4C32-F19C-44F3-8EF8-1F506D74D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9192" y="1709738"/>
            <a:ext cx="4893617" cy="2553893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889729-131C-4F78-9DAA-E9EE28EA9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2249" y="4540468"/>
            <a:ext cx="4067503" cy="11540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00" b="1" cap="all" spc="6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4E608-AC1F-41FB-974A-BD619C6C2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4B3F2-5297-4D62-BDB7-590764A696AF}" type="datetimeFigureOut">
              <a:rPr lang="en-US" dirty="0"/>
              <a:t>6/30/2024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86158-8B03-45C3-891D-0357B198B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3B054-E8A2-43FD-B0FB-B1CCFA4BC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2065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64AA7-6D5A-402E-AD1A-880F2BDB7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D32B6-F9D8-4A43-B52C-336CFAB00A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2976" y="2019299"/>
            <a:ext cx="4995019" cy="4157663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50CDD9-5742-4A34-BA72-7CCA72D914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3718" y="2019299"/>
            <a:ext cx="5027954" cy="4157663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2783AA-D2AB-4385-A91F-870CB6564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FAC0-A4F5-4A85-98AE-9E6BDD843B92}" type="datetimeFigureOut">
              <a:rPr lang="en-US" dirty="0"/>
              <a:t>6/30/2024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5AAD9C-5CA2-4DA1-84D3-B1838979F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1AB3C7-9574-47BC-932D-782BEE998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921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4C468-781B-4BC5-8DEA-B9EF2BF90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460" y="369168"/>
            <a:ext cx="10458729" cy="143981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67223F-48E4-491D-AB5D-5FC8A0C566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0101" y="1843067"/>
            <a:ext cx="5007894" cy="662007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D6B764-4B87-42FF-ABAA-69B07B88FF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0101" y="2505075"/>
            <a:ext cx="5007894" cy="3684588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4357B9-406F-4BF9-B8FB-C53421EEF5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6061" y="1843067"/>
            <a:ext cx="4994128" cy="662007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20462B-1939-4DAA-A7DD-6BDC95054A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6061" y="2505075"/>
            <a:ext cx="4994128" cy="3684588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6C938B-C4C2-4FA9-85CA-9CD742CD7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F58DF-B20E-4829-8712-7D40EB90064E}" type="datetimeFigureOut">
              <a:rPr lang="en-US" dirty="0"/>
              <a:t>6/30/2024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AD8886-0D28-4D49-8D43-151D37E94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2FDDE8-E9F8-4B6C-9A40-829617A7C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7143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AE3D8-6C35-428B-B2F2-251FDE10B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983769"/>
            <a:ext cx="10094770" cy="1180574"/>
          </a:xfrm>
          <a:solidFill>
            <a:schemeClr val="accent1">
              <a:lumMod val="20000"/>
              <a:lumOff val="80000"/>
            </a:schemeClr>
          </a:solidFill>
          <a:effectLst>
            <a:outerShdw dist="165100" dir="18900000" algn="bl" rotWithShape="0">
              <a:prstClr val="black"/>
            </a:outerShdw>
          </a:effectLst>
        </p:spPr>
        <p:txBody>
          <a:bodyPr/>
          <a:lstStyle>
            <a:lvl1pPr marL="182880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0B8015-E11A-42CA-AE88-7BD73F87E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52F2A-FD05-43F8-9927-AF9F6AA75EA1}" type="datetimeFigureOut">
              <a:rPr lang="en-US" dirty="0"/>
              <a:t>6/30/2024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309078-34CA-45CD-B479-03906A265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D03258-F989-47B2-A643-A60CD8A77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8400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DA2F31-48B6-40CE-A364-3CE73FD85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12728-8AF2-421E-A3EE-3D32DADA7E63}" type="datetimeFigureOut">
              <a:rPr lang="en-US" dirty="0"/>
              <a:t>6/30/2024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7EEA00-F166-41EB-9331-CA99BB70F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BB051F-F8FC-4FF6-9783-45F9FE7AC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085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08635-A5AF-48F4-8CD2-FB0E01113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600200"/>
          </a:xfrm>
        </p:spPr>
        <p:txBody>
          <a:bodyPr anchor="t">
            <a:normAutofit/>
          </a:bodyPr>
          <a:lstStyle>
            <a:lvl1pPr>
              <a:defRPr sz="2800" b="1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15E0E-DCC0-4781-A608-962B1241B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9826" y="987425"/>
            <a:ext cx="6045562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21F43E-3D50-4A1C-A289-B3D0DD0E71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743200"/>
            <a:ext cx="3932237" cy="31273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E70E3A-6639-4EA0-8305-C1899DAB4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64D57-1513-4084-818F-075C9D0922CD}" type="datetimeFigureOut">
              <a:rPr lang="en-US" dirty="0"/>
              <a:t>6/30/2024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6AFD57-4189-42FB-B29E-96366E51B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F5E2EC-8483-4FBC-9D29-C19025FA8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905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CE581-A090-4AE9-9965-B06BDB52B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600200"/>
          </a:xfrm>
        </p:spPr>
        <p:txBody>
          <a:bodyPr anchor="t">
            <a:normAutofit/>
          </a:bodyPr>
          <a:lstStyle>
            <a:lvl1pPr>
              <a:defRPr sz="2800" b="1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39DEF4-262F-4ACF-9B29-3D4B819E706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353969" y="987425"/>
            <a:ext cx="5694503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ED7CBB-7A6F-441E-9072-2494B952F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743200"/>
            <a:ext cx="3932237" cy="31273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159692-77BE-4A7D-AA70-635007A6E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1DC6D-53F2-404B-944C-46E1F58C3149}" type="datetimeFigureOut">
              <a:rPr lang="en-US" dirty="0"/>
              <a:t>6/30/2024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B9A4DA-63AF-4D6A-98DB-E1D0AC741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6B7958-B19B-4C23-A82F-DD4E4B912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922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958AD-1CAD-45B3-B83D-DC9D33CD6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153F2E-0397-4423-8A88-D0059DEAF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08662" y="2019299"/>
            <a:ext cx="10357666" cy="4114801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ADDE1-7025-4FA9-822D-481685085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6330A-4522-49F4-ACCE-A07321703478}" type="datetimeFigureOut">
              <a:rPr lang="en-US" dirty="0"/>
              <a:t>6/30/2024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A73E0-F328-46DC-98BE-CA0981F75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52226-010C-494F-8BE8-BF91F3553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F89E9C4-9D18-4529-BC0C-68EAE507CDF8}"/>
              </a:ext>
            </a:extLst>
          </p:cNvPr>
          <p:cNvGrpSpPr/>
          <p:nvPr/>
        </p:nvGrpSpPr>
        <p:grpSpPr>
          <a:xfrm flipH="1" flipV="1">
            <a:off x="0" y="3551521"/>
            <a:ext cx="567782" cy="3306479"/>
            <a:chOff x="11619770" y="-2005"/>
            <a:chExt cx="567782" cy="3306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7DF5937-0C03-4786-AB62-3CF7CECB92D6}"/>
                </a:ext>
              </a:extLst>
            </p:cNvPr>
            <p:cNvSpPr/>
            <p:nvPr/>
          </p:nvSpPr>
          <p:spPr>
            <a:xfrm flipV="1">
              <a:off x="11619770" y="373807"/>
              <a:ext cx="526228" cy="2930667"/>
            </a:xfrm>
            <a:custGeom>
              <a:avLst/>
              <a:gdLst/>
              <a:ahLst/>
              <a:cxnLst/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9AD93DB-2DB0-4B2D-884B-6EC4534432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</p:spTree>
    <p:extLst>
      <p:ext uri="{BB962C8B-B14F-4D97-AF65-F5344CB8AC3E}">
        <p14:creationId xmlns:p14="http://schemas.microsoft.com/office/powerpoint/2010/main" val="894732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C635D0-31D9-44E1-911D-F7D5D54009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53914" y="624313"/>
            <a:ext cx="2537986" cy="5509787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7F9230-1FA4-439D-A800-B5F006F07C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00100" y="624313"/>
            <a:ext cx="7816542" cy="550978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AB2A3-7055-43AF-8BAB-0A9B74448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C5DDF-A796-4D56-9973-341789785817}" type="datetimeFigureOut">
              <a:rPr lang="en-US" dirty="0"/>
              <a:t>6/30/2024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9A1821-A311-49CD-BCB4-B4BC88661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37C6A8-813A-486A-AA90-AB28935F2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38C7A17-06CC-442C-A876-A51B2B556508}"/>
              </a:ext>
            </a:extLst>
          </p:cNvPr>
          <p:cNvGrpSpPr/>
          <p:nvPr/>
        </p:nvGrpSpPr>
        <p:grpSpPr>
          <a:xfrm flipH="1" flipV="1">
            <a:off x="0" y="3551521"/>
            <a:ext cx="567782" cy="3306479"/>
            <a:chOff x="11619770" y="-2005"/>
            <a:chExt cx="567782" cy="3306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54C1798A-2980-4F34-8355-7BCB6B295322}"/>
                </a:ext>
              </a:extLst>
            </p:cNvPr>
            <p:cNvSpPr/>
            <p:nvPr/>
          </p:nvSpPr>
          <p:spPr>
            <a:xfrm flipV="1">
              <a:off x="11619770" y="373807"/>
              <a:ext cx="526228" cy="2930667"/>
            </a:xfrm>
            <a:custGeom>
              <a:avLst/>
              <a:gdLst/>
              <a:ahLst/>
              <a:cxnLst/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9D7542C-E4AE-488F-BC75-2E7ED83910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</p:spTree>
    <p:extLst>
      <p:ext uri="{BB962C8B-B14F-4D97-AF65-F5344CB8AC3E}">
        <p14:creationId xmlns:p14="http://schemas.microsoft.com/office/powerpoint/2010/main" val="20624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86DAE1-1F65-43B8-A400-95E6DEEDC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61" y="365125"/>
            <a:ext cx="10357666" cy="14384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75C993-A44B-4C2D-818E-4C9000BB0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8662" y="2019299"/>
            <a:ext cx="10357666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21B6E-ECC6-47D0-9C14-812B746F15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5014" y="634204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00" baseline="0">
                <a:solidFill>
                  <a:schemeClr val="tx1"/>
                </a:solidFill>
              </a:defRPr>
            </a:lvl1pPr>
          </a:lstStyle>
          <a:p>
            <a:fld id="{3716B609-2A26-46AA-B595-3671F5470576}" type="datetimeFigureOut">
              <a:rPr lang="en-US" dirty="0"/>
              <a:t>6/30/2024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9A716-DEA9-48A9-A5BC-0F392D2B49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96200" y="6342042"/>
            <a:ext cx="3470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CB69E-A0E4-4558-9C62-4CD8CDD2A5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6329" y="6342042"/>
            <a:ext cx="5262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100" baseline="0">
                <a:solidFill>
                  <a:schemeClr val="tx1"/>
                </a:solidFill>
              </a:defRPr>
            </a:lvl1pPr>
          </a:lstStyle>
          <a:p>
            <a:fld id="{8DFDE724-0293-4953-AE9D-4D814FA589B0}" type="slidenum">
              <a:rPr lang="en-US" dirty="0"/>
              <a:t>‹#›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B6ECC43-D65E-4A7B-A76B-D278A2184166}"/>
              </a:ext>
            </a:extLst>
          </p:cNvPr>
          <p:cNvGrpSpPr/>
          <p:nvPr/>
        </p:nvGrpSpPr>
        <p:grpSpPr>
          <a:xfrm flipV="1">
            <a:off x="11626076" y="3551521"/>
            <a:ext cx="567782" cy="3306479"/>
            <a:chOff x="11619770" y="-2005"/>
            <a:chExt cx="567782" cy="3306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EE443C5-5AB9-407B-A8C3-011BB14FEF06}"/>
                </a:ext>
              </a:extLst>
            </p:cNvPr>
            <p:cNvSpPr/>
            <p:nvPr/>
          </p:nvSpPr>
          <p:spPr>
            <a:xfrm flipV="1">
              <a:off x="11619770" y="373807"/>
              <a:ext cx="526228" cy="2930667"/>
            </a:xfrm>
            <a:custGeom>
              <a:avLst/>
              <a:gdLst/>
              <a:ahLst/>
              <a:cxnLst/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538C9FA-DA5E-4785-8F4A-CA481A3A65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</p:spTree>
    <p:extLst>
      <p:ext uri="{BB962C8B-B14F-4D97-AF65-F5344CB8AC3E}">
        <p14:creationId xmlns:p14="http://schemas.microsoft.com/office/powerpoint/2010/main" val="1527652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3200" kern="1200" cap="all" spc="7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30000"/>
        </a:lnSpc>
        <a:spcBef>
          <a:spcPts val="500"/>
        </a:spcBef>
        <a:buSzPct val="100000"/>
        <a:buFont typeface="Avenir Next LT Pro Light" panose="020B03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500"/>
        </a:spcBef>
        <a:buSzPct val="100000"/>
        <a:buFont typeface="Avenir Next LT Pro Light" panose="020B03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22860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2">
          <p15:clr>
            <a:srgbClr val="F26B43"/>
          </p15:clr>
        </p15:guide>
        <p15:guide id="2" pos="504">
          <p15:clr>
            <a:srgbClr val="F26B43"/>
          </p15:clr>
        </p15:guide>
        <p15:guide id="3" pos="7176">
          <p15:clr>
            <a:srgbClr val="F26B43"/>
          </p15:clr>
        </p15:guide>
        <p15:guide id="5" orient="horz" pos="1272">
          <p15:clr>
            <a:srgbClr val="F26B43"/>
          </p15:clr>
        </p15:guide>
        <p15:guide id="6" orient="horz" pos="1728">
          <p15:clr>
            <a:srgbClr val="F26B43"/>
          </p15:clr>
        </p15:guide>
        <p15:guide id="7" orient="horz" pos="3864">
          <p15:clr>
            <a:srgbClr val="F26B43"/>
          </p15:clr>
        </p15:guide>
        <p15:guide id="8" orient="horz" pos="3432">
          <p15:clr>
            <a:srgbClr val="F26B43"/>
          </p15:clr>
        </p15:guide>
        <p15:guide id="9" pos="10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1275726"/>
            <a:ext cx="8857422" cy="2153274"/>
          </a:xfrm>
        </p:spPr>
        <p:txBody>
          <a:bodyPr>
            <a:noAutofit/>
          </a:bodyPr>
          <a:lstStyle/>
          <a:p>
            <a:r>
              <a:rPr lang="en-US" dirty="0">
                <a:latin typeface="Avenir Next LT Pro Light"/>
                <a:ea typeface="+mj-lt"/>
                <a:cs typeface="+mj-lt"/>
              </a:rPr>
              <a:t>How Do Developers React to RESTful API Evolution?</a:t>
            </a:r>
            <a:endParaRPr lang="en-US">
              <a:latin typeface="Avenir Next LT Pro Ligh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4149292"/>
            <a:ext cx="9268690" cy="95610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by Shaohua Wang, Iman </a:t>
            </a:r>
            <a:r>
              <a:rPr lang="en-US" dirty="0" err="1">
                <a:ea typeface="+mn-lt"/>
                <a:cs typeface="+mn-lt"/>
              </a:rPr>
              <a:t>Keivanloo</a:t>
            </a:r>
            <a:r>
              <a:rPr lang="en-US" dirty="0">
                <a:ea typeface="+mn-lt"/>
                <a:cs typeface="+mn-lt"/>
              </a:rPr>
              <a:t>, and Ying Zou</a:t>
            </a:r>
          </a:p>
          <a:p>
            <a:r>
              <a:rPr lang="en-US" dirty="0"/>
              <a:t>Published 2014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8E1724B-8C61-BCCF-3A6A-276E7841B753}"/>
              </a:ext>
            </a:extLst>
          </p:cNvPr>
          <p:cNvSpPr txBox="1">
            <a:spLocks/>
          </p:cNvSpPr>
          <p:nvPr/>
        </p:nvSpPr>
        <p:spPr>
          <a:xfrm>
            <a:off x="1524000" y="5832620"/>
            <a:ext cx="9144000" cy="5196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ea typeface="+mn-lt"/>
                <a:cs typeface="+mn-lt"/>
              </a:rPr>
              <a:t>Presented by Christian Parker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DE1DE-F836-F7CB-3524-9B7840D54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983769"/>
            <a:ext cx="10094770" cy="1180574"/>
          </a:xfrm>
        </p:spPr>
        <p:txBody>
          <a:bodyPr anchor="b">
            <a:normAutofit/>
          </a:bodyPr>
          <a:lstStyle/>
          <a:p>
            <a:r>
              <a:rPr lang="en-US" dirty="0"/>
              <a:t>What is a RESTful API?</a:t>
            </a:r>
          </a:p>
        </p:txBody>
      </p:sp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E8C14A77-79A9-6420-7D1E-3EF90C11FB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5014" y="6342042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8BE0485B-F586-4154-8B03-76F15330656A}" type="datetime1">
              <a:pPr>
                <a:spcAft>
                  <a:spcPts val="600"/>
                </a:spcAft>
              </a:pPr>
              <a:t>6/30/2024</a:t>
            </a:fld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678DBD0A-9D4C-0155-B7FE-EF561536F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96200" y="6342042"/>
            <a:ext cx="3470128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2AAC257C-0B72-C9ED-B306-6A6E27748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6329" y="6342042"/>
            <a:ext cx="526228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8DFDE724-0293-4953-AE9D-4D814FA589B0}" type="slidenum">
              <a:rPr lang="en-US" dirty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718692-7F7B-14B8-1849-11FF0EB7D489}"/>
              </a:ext>
            </a:extLst>
          </p:cNvPr>
          <p:cNvSpPr txBox="1"/>
          <p:nvPr/>
        </p:nvSpPr>
        <p:spPr>
          <a:xfrm>
            <a:off x="791933" y="2526644"/>
            <a:ext cx="10238567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A RESTful API is any API that follows the REST (</a:t>
            </a:r>
            <a:r>
              <a:rPr lang="en-US" dirty="0" err="1"/>
              <a:t>REpresentational</a:t>
            </a:r>
            <a:r>
              <a:rPr lang="en-US" dirty="0"/>
              <a:t> State Transfer) constraints: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Client-server architecture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Stateless</a:t>
            </a:r>
            <a:r>
              <a:rPr lang="en-US" dirty="0">
                <a:ea typeface="+mn-lt"/>
                <a:cs typeface="+mn-lt"/>
              </a:rPr>
              <a:t> 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Cacheable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Uniform Interface </a:t>
            </a:r>
          </a:p>
          <a:p>
            <a:pPr marL="742950" lvl="1" indent="-285750">
              <a:buFont typeface="Courier New"/>
              <a:buChar char="o"/>
            </a:pPr>
            <a:r>
              <a:rPr lang="en-US" dirty="0">
                <a:latin typeface="Avenir Next LT Pro"/>
                <a:cs typeface="Arial"/>
              </a:rPr>
              <a:t>Resources are identified in requests</a:t>
            </a:r>
          </a:p>
          <a:p>
            <a:pPr marL="742950" lvl="1" indent="-285750">
              <a:buFont typeface="Courier New"/>
              <a:buChar char="o"/>
            </a:pPr>
            <a:r>
              <a:rPr lang="en-US" dirty="0">
                <a:latin typeface="Avenir Next LT Pro"/>
                <a:cs typeface="Arial"/>
              </a:rPr>
              <a:t>Representation has enough info for modification or deletion of the resource's state</a:t>
            </a:r>
          </a:p>
          <a:p>
            <a:pPr marL="742950" lvl="1" indent="-285750">
              <a:buFont typeface="Courier New"/>
              <a:buChar char="o"/>
            </a:pPr>
            <a:r>
              <a:rPr lang="en-US" dirty="0">
                <a:latin typeface="Avenir Next LT Pro"/>
                <a:cs typeface="Arial"/>
              </a:rPr>
              <a:t>Self-descriptive messages</a:t>
            </a:r>
          </a:p>
          <a:p>
            <a:pPr marL="742950" lvl="1" indent="-285750">
              <a:buFont typeface="Courier New"/>
              <a:buChar char="o"/>
            </a:pPr>
            <a:r>
              <a:rPr lang="en-US" dirty="0">
                <a:latin typeface="Avenir Next LT Pro"/>
                <a:cs typeface="Arial"/>
              </a:rPr>
              <a:t>Hypermedia as the engine of application state (HATEOAS)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venir Next LT Pro"/>
                <a:cs typeface="Arial"/>
              </a:rPr>
              <a:t>Layered System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cs typeface="Arial"/>
              </a:rPr>
              <a:t>Code on Demand (Optional)</a:t>
            </a:r>
          </a:p>
          <a:p>
            <a:pPr marL="285750" indent="-285750">
              <a:buFont typeface="Arial"/>
              <a:buChar char="•"/>
            </a:pPr>
            <a:endParaRPr lang="en-US" dirty="0"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6930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F373B-9833-E7F5-7911-B95BD4CDC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 Collection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8C4AE-4B08-06FB-7FFB-BF460A5CF3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The APIs considered were extracted from a list of most popular APIs in </a:t>
            </a:r>
            <a:r>
              <a:rPr lang="en-US" dirty="0" err="1">
                <a:ea typeface="+mj-lt"/>
                <a:cs typeface="+mj-lt"/>
              </a:rPr>
              <a:t>ProgrammableWeb</a:t>
            </a:r>
            <a:r>
              <a:rPr lang="en-US" dirty="0">
                <a:ea typeface="+mj-lt"/>
                <a:cs typeface="+mj-lt"/>
              </a:rPr>
              <a:t>.</a:t>
            </a:r>
            <a:endParaRPr lang="en-US" dirty="0" err="1"/>
          </a:p>
          <a:p>
            <a:r>
              <a:rPr lang="en-US" dirty="0">
                <a:ea typeface="+mj-lt"/>
                <a:cs typeface="+mj-lt"/>
              </a:rPr>
              <a:t>Only APIs with multiple versions and documentation for multiple versions were kept.</a:t>
            </a:r>
          </a:p>
          <a:p>
            <a:r>
              <a:rPr lang="en-US" dirty="0">
                <a:ea typeface="+mj-lt"/>
                <a:cs typeface="+mj-lt"/>
              </a:rPr>
              <a:t>Any APIs with the same domain or company as another API in the list were merged or discarded.</a:t>
            </a:r>
          </a:p>
          <a:p>
            <a:r>
              <a:rPr lang="en-US" dirty="0">
                <a:ea typeface="+mj-lt"/>
                <a:cs typeface="+mj-lt"/>
              </a:rPr>
              <a:t>All publicly available versions of each API were considered.</a:t>
            </a:r>
          </a:p>
          <a:p>
            <a:r>
              <a:rPr lang="en-US" dirty="0">
                <a:ea typeface="+mj-lt"/>
                <a:cs typeface="+mj-lt"/>
              </a:rPr>
              <a:t>This narrowed the authors down to 11 web APIs.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8664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table of web apis&#10;&#10;Description automatically generated">
            <a:extLst>
              <a:ext uri="{FF2B5EF4-FFF2-40B4-BE49-F238E27FC236}">
                <a16:creationId xmlns:a16="http://schemas.microsoft.com/office/drawing/2014/main" id="{52EA1DC9-02C9-CE67-A531-75BC55F54A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346" y="68263"/>
            <a:ext cx="11064157" cy="67214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40089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381D5-A924-EECF-82DF-A67CECEBE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61" y="365125"/>
            <a:ext cx="10357666" cy="1438450"/>
          </a:xfrm>
        </p:spPr>
        <p:txBody>
          <a:bodyPr anchor="b">
            <a:normAutofit/>
          </a:bodyPr>
          <a:lstStyle/>
          <a:p>
            <a:r>
              <a:rPr lang="en-US" dirty="0"/>
              <a:t>Stack Overflow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ABA9C381-28A8-4351-96FD-9A52E8BC21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5014" y="6342042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A6A268D6-2803-4BB2-87A4-A4640243AFEE}" type="datetime1">
              <a:pPr>
                <a:spcAft>
                  <a:spcPts val="600"/>
                </a:spcAft>
              </a:pPr>
              <a:t>6/30/2024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450084FF-7737-D839-E551-A78D0C4B1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96200" y="6342042"/>
            <a:ext cx="3470128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E015762-3E7C-1C0F-E3F2-2700284B9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6329" y="6342042"/>
            <a:ext cx="526228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8DFDE724-0293-4953-AE9D-4D814FA589B0}" type="slidenum">
              <a:rPr lang="en-US" dirty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CA4B511-0292-5508-201C-40BA2C0A1A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1984022"/>
              </p:ext>
            </p:extLst>
          </p:nvPr>
        </p:nvGraphicFramePr>
        <p:xfrm>
          <a:off x="808662" y="2019299"/>
          <a:ext cx="10357666" cy="41148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80227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FA1B6F2-E82D-DF2F-888F-23A429E030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50" y="98727"/>
            <a:ext cx="11385550" cy="666054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55431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80019-7366-D2DF-F5A4-3C89EAA89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/>
              <a:t>3 Research Questions</a:t>
            </a:r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7046C204-7244-C77C-D0AB-1CD0CE081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What are the change types of web API evolution? </a:t>
            </a:r>
          </a:p>
          <a:p>
            <a:r>
              <a:rPr lang="en-US" sz="2000">
                <a:ea typeface="+mn-lt"/>
                <a:cs typeface="+mn-lt"/>
              </a:rPr>
              <a:t>Which types of changes trigger more questions from client code developers?</a:t>
            </a:r>
          </a:p>
          <a:p>
            <a:r>
              <a:rPr lang="en-US" sz="2000">
                <a:ea typeface="+mn-lt"/>
                <a:cs typeface="+mn-lt"/>
              </a:rPr>
              <a:t>Which types of changes trigger more questions from client code developers? </a:t>
            </a:r>
            <a:endParaRPr lang="en-US" sz="2000"/>
          </a:p>
        </p:txBody>
      </p:sp>
      <p:pic>
        <p:nvPicPr>
          <p:cNvPr id="42" name="Picture 41" descr="Many question marks on black background">
            <a:extLst>
              <a:ext uri="{FF2B5EF4-FFF2-40B4-BE49-F238E27FC236}">
                <a16:creationId xmlns:a16="http://schemas.microsoft.com/office/drawing/2014/main" id="{95760571-9EFB-FE83-ECC5-0D868F7897F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719" r="-6" b="-6"/>
          <a:stretch/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59050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5B750-4448-318E-5A09-37E161F98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What are the change types of web API evolution? 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D73BB-8488-9B1E-B6A4-E3C6DEEE3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662" y="2019299"/>
            <a:ext cx="4389924" cy="4114801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n-US" dirty="0">
                <a:ea typeface="+mn-lt"/>
                <a:cs typeface="+mn-lt"/>
              </a:rPr>
              <a:t>Three categories of changes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API-level</a:t>
            </a:r>
            <a:endParaRPr lang="en-US" sz="2000" dirty="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Method-level</a:t>
            </a:r>
            <a:endParaRPr lang="en-US" sz="20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Parameter</a:t>
            </a:r>
            <a:r>
              <a:rPr lang="en-US" dirty="0">
                <a:ea typeface="+mn-lt"/>
                <a:cs typeface="+mn-lt"/>
              </a:rPr>
              <a:t>-level</a:t>
            </a:r>
          </a:p>
          <a:p>
            <a:r>
              <a:rPr lang="en-US" dirty="0">
                <a:ea typeface="+mn-lt"/>
                <a:cs typeface="+mn-lt"/>
              </a:rPr>
              <a:t>After categorization, the average proportion of changed elements (methods and parameters) between versions is 82%.</a:t>
            </a:r>
          </a:p>
          <a:p>
            <a:r>
              <a:rPr lang="en-US" dirty="0"/>
              <a:t>API-level change types were excluded from counting because they are typically applicable to all methods.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919E85-A995-A336-D270-92247634A0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7667" y="2303400"/>
            <a:ext cx="5057775" cy="353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80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126297A1-F35E-3955-3E07-3B119B79D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61" y="365125"/>
            <a:ext cx="10357666" cy="1438450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What are the change types of web API evolution? </a:t>
            </a:r>
            <a:endParaRPr lang="en-US" dirty="0"/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F2102DDB-D88A-36B3-DA5E-BC44800361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2976" y="2019299"/>
            <a:ext cx="4995019" cy="415766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dirty="0"/>
              <a:t>The four most common changes were:</a:t>
            </a:r>
          </a:p>
          <a:p>
            <a:pPr marL="457200" indent="-457200">
              <a:buAutoNum type="arabicPeriod"/>
            </a:pPr>
            <a:r>
              <a:rPr lang="en-US" dirty="0"/>
              <a:t>Add method</a:t>
            </a:r>
          </a:p>
          <a:p>
            <a:pPr marL="457200" indent="-457200">
              <a:buAutoNum type="arabicPeriod"/>
            </a:pPr>
            <a:r>
              <a:rPr lang="en-US" dirty="0"/>
              <a:t>Delete method</a:t>
            </a:r>
          </a:p>
          <a:p>
            <a:pPr marL="457200" indent="-457200">
              <a:buAutoNum type="arabicPeriod"/>
            </a:pPr>
            <a:r>
              <a:rPr lang="en-US" dirty="0"/>
              <a:t>Change method</a:t>
            </a:r>
          </a:p>
          <a:p>
            <a:pPr marL="457200" indent="-457200">
              <a:buAutoNum type="arabicPeriod"/>
            </a:pPr>
            <a:r>
              <a:rPr lang="en-US" dirty="0"/>
              <a:t>Add parameter</a:t>
            </a:r>
          </a:p>
          <a:p>
            <a:pPr marL="0" indent="0">
              <a:buNone/>
            </a:pPr>
            <a:r>
              <a:rPr lang="en-US" dirty="0"/>
              <a:t>Add method accounted for 41.52% of these changes.</a:t>
            </a:r>
          </a:p>
        </p:txBody>
      </p:sp>
      <p:pic>
        <p:nvPicPr>
          <p:cNvPr id="4" name="Picture 3" descr="A table with numbers and text&#10;&#10;Description automatically generated">
            <a:extLst>
              <a:ext uri="{FF2B5EF4-FFF2-40B4-BE49-F238E27FC236}">
                <a16:creationId xmlns:a16="http://schemas.microsoft.com/office/drawing/2014/main" id="{CD500A6C-EDBB-528E-FDBD-37026869B7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8728" y="2792004"/>
            <a:ext cx="5872944" cy="2280292"/>
          </a:xfrm>
          <a:prstGeom prst="rect">
            <a:avLst/>
          </a:prstGeom>
          <a:noFill/>
        </p:spPr>
      </p:pic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F89A6EBF-A5B9-1A37-1164-0E3766F479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5014" y="6342042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CFDCC1B-DC52-4E59-A315-C8315BA6B780}" type="datetime1">
              <a:rPr lang="en-US"/>
              <a:pPr>
                <a:spcAft>
                  <a:spcPts val="600"/>
                </a:spcAft>
              </a:pPr>
              <a:t>6/30/2024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29EAA50-293C-9350-3037-E5D405A2A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96200" y="6342042"/>
            <a:ext cx="3470128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F2CC129E-DB4E-FFAB-0978-689BA7643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6329" y="6342042"/>
            <a:ext cx="52622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DFDE724-0293-4953-AE9D-4D814FA589B0}" type="slidenum">
              <a:rPr lang="en-US" dirty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9215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51081-0D84-F0EA-6B18-4B3767671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61" y="365125"/>
            <a:ext cx="10357666" cy="1438450"/>
          </a:xfrm>
        </p:spPr>
        <p:txBody>
          <a:bodyPr anchor="b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700"/>
              <a:t>Which types of changes trigger more questions from client code developers? </a:t>
            </a:r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D8B6346B-BB60-6E5B-01E3-36F0734907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5014" y="6342042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A8EBCE47-9864-46B2-8E00-5FF9F318437B}" type="datetime1">
              <a:pPr>
                <a:spcAft>
                  <a:spcPts val="600"/>
                </a:spcAft>
              </a:pPr>
              <a:t>6/30/2024</a:t>
            </a:fld>
            <a:endParaRPr lang="en-US"/>
          </a:p>
        </p:txBody>
      </p:sp>
      <p:sp>
        <p:nvSpPr>
          <p:cNvPr id="31" name="Footer Placeholder 4">
            <a:extLst>
              <a:ext uri="{FF2B5EF4-FFF2-40B4-BE49-F238E27FC236}">
                <a16:creationId xmlns:a16="http://schemas.microsoft.com/office/drawing/2014/main" id="{EB8AB416-EA5D-C4D9-A039-7ED396BF1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96200" y="6342042"/>
            <a:ext cx="3470128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BE35AA87-E22D-2819-5CBA-4B0F429CE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6329" y="6342042"/>
            <a:ext cx="526228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8DFDE724-0293-4953-AE9D-4D814FA589B0}" type="slidenum">
              <a:rPr lang="en-US" dirty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graphicFrame>
        <p:nvGraphicFramePr>
          <p:cNvPr id="33" name="Content Placeholder 2">
            <a:extLst>
              <a:ext uri="{FF2B5EF4-FFF2-40B4-BE49-F238E27FC236}">
                <a16:creationId xmlns:a16="http://schemas.microsoft.com/office/drawing/2014/main" id="{CFC28DC9-6BE8-EDA9-CD03-911D548483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0239950"/>
              </p:ext>
            </p:extLst>
          </p:nvPr>
        </p:nvGraphicFramePr>
        <p:xfrm>
          <a:off x="808662" y="2019299"/>
          <a:ext cx="10357666" cy="41148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099710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3CE85B-27B3-A35B-07CA-058F0FE34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50" y="682236"/>
            <a:ext cx="11385550" cy="549352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31769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296B3-7DF3-E0F1-8099-9CEE2179B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61" y="365125"/>
            <a:ext cx="10357666" cy="1438450"/>
          </a:xfrm>
        </p:spPr>
        <p:txBody>
          <a:bodyPr anchor="b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700" dirty="0"/>
              <a:t>Which types of changes trigger more questions from client code developers? </a:t>
            </a:r>
          </a:p>
        </p:txBody>
      </p:sp>
      <p:sp>
        <p:nvSpPr>
          <p:cNvPr id="11" name="Date Placeholder 4">
            <a:extLst>
              <a:ext uri="{FF2B5EF4-FFF2-40B4-BE49-F238E27FC236}">
                <a16:creationId xmlns:a16="http://schemas.microsoft.com/office/drawing/2014/main" id="{583858A3-86CD-F888-01E2-97F418C6AF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5014" y="6342042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4AAF0C5-AEC5-4638-B2DC-78508B452A69}" type="datetime1">
              <a:rPr lang="en-US"/>
              <a:pPr>
                <a:spcAft>
                  <a:spcPts val="600"/>
                </a:spcAft>
              </a:pPr>
              <a:t>6/30/2024</a:t>
            </a:fld>
            <a:endParaRPr lang="en-US"/>
          </a:p>
        </p:txBody>
      </p:sp>
      <p:sp>
        <p:nvSpPr>
          <p:cNvPr id="13" name="Footer Placeholder 5">
            <a:extLst>
              <a:ext uri="{FF2B5EF4-FFF2-40B4-BE49-F238E27FC236}">
                <a16:creationId xmlns:a16="http://schemas.microsoft.com/office/drawing/2014/main" id="{CAB9683C-656B-F347-9B93-E571BBB3F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96200" y="6342042"/>
            <a:ext cx="3470128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A0702A07-D1D0-0155-4C96-68E745791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6329" y="6342042"/>
            <a:ext cx="52622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DFDE724-0293-4953-AE9D-4D814FA589B0}" type="slidenum">
              <a:rPr lang="en-US" dirty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65C27B2-3245-116C-48D2-044524196D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5951256"/>
              </p:ext>
            </p:extLst>
          </p:nvPr>
        </p:nvGraphicFramePr>
        <p:xfrm>
          <a:off x="808662" y="2019299"/>
          <a:ext cx="10357666" cy="41148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581786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DB447D48-792D-21AA-EE74-8390EA0573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03510" y="1849156"/>
            <a:ext cx="10064960" cy="1572051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285750" indent="-285750">
              <a:lnSpc>
                <a:spcPct val="120000"/>
              </a:lnSpc>
              <a:buChar char="•"/>
            </a:pPr>
            <a:r>
              <a:rPr lang="en-US" sz="1700" dirty="0"/>
              <a:t>Posts from the top six change types are considered.</a:t>
            </a:r>
          </a:p>
          <a:p>
            <a:pPr marL="285750" indent="-285750">
              <a:lnSpc>
                <a:spcPct val="120000"/>
              </a:lnSpc>
              <a:buChar char="•"/>
            </a:pPr>
            <a:r>
              <a:rPr lang="en-US" sz="1700" dirty="0"/>
              <a:t>Delete Method posts receive the highest scores and most answers relative to other change types.</a:t>
            </a:r>
          </a:p>
          <a:p>
            <a:pPr marL="285750" indent="-285750">
              <a:lnSpc>
                <a:spcPct val="120000"/>
              </a:lnSpc>
              <a:buChar char="•"/>
            </a:pPr>
            <a:r>
              <a:rPr lang="en-US" sz="1700" dirty="0"/>
              <a:t>Add Method posts receive higher views relative to every other change type.</a:t>
            </a:r>
          </a:p>
          <a:p>
            <a:pPr marL="285750" indent="-285750">
              <a:lnSpc>
                <a:spcPct val="120000"/>
              </a:lnSpc>
              <a:buChar char="•"/>
            </a:pPr>
            <a:r>
              <a:rPr lang="en-US" sz="1700" dirty="0"/>
              <a:t>Communication and answers might be easier to find on deleted method posts. Presumably because deleting methods breaks client applications.</a:t>
            </a:r>
          </a:p>
        </p:txBody>
      </p:sp>
      <p:pic>
        <p:nvPicPr>
          <p:cNvPr id="4" name="Picture 3" descr="A table with numbers and text&#10;&#10;Description automatically generated">
            <a:extLst>
              <a:ext uri="{FF2B5EF4-FFF2-40B4-BE49-F238E27FC236}">
                <a16:creationId xmlns:a16="http://schemas.microsoft.com/office/drawing/2014/main" id="{41071717-629C-9F34-69C0-6170CF46E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906" y="3702964"/>
            <a:ext cx="9107997" cy="2398015"/>
          </a:xfrm>
          <a:prstGeom prst="rect">
            <a:avLst/>
          </a:prstGeom>
          <a:noFill/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B60204E-21E6-E3EB-5D7B-9D509053937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5014" y="6342042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6E813439-1DF1-4E58-81D7-3330E55752AD}" type="datetime1">
              <a:rPr lang="en-US"/>
              <a:pPr>
                <a:spcAft>
                  <a:spcPts val="600"/>
                </a:spcAft>
              </a:pPr>
              <a:t>6/30/2024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ACC6C668-8FCA-69AA-68F8-85A50A9C3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96200" y="6342042"/>
            <a:ext cx="3470128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3AFA3C17-DE14-A182-1210-36F2E78F6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6329" y="6342042"/>
            <a:ext cx="52622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DFDE724-0293-4953-AE9D-4D814FA589B0}" type="slidenum">
              <a:rPr lang="en-US" dirty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97A73AC-9CBD-4D8B-F521-CE1D0500B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902" y="452711"/>
            <a:ext cx="10357666" cy="1158175"/>
          </a:xfrm>
        </p:spPr>
        <p:txBody>
          <a:bodyPr anchor="b">
            <a:normAutofit fontScale="90000"/>
          </a:bodyPr>
          <a:lstStyle/>
          <a:p>
            <a:pPr>
              <a:lnSpc>
                <a:spcPct val="110000"/>
              </a:lnSpc>
            </a:pPr>
            <a:r>
              <a:rPr lang="en-US" sz="2700" dirty="0"/>
              <a:t>Which types of changes trigger more questions from client code developers? </a:t>
            </a:r>
          </a:p>
        </p:txBody>
      </p:sp>
    </p:spTree>
    <p:extLst>
      <p:ext uri="{BB962C8B-B14F-4D97-AF65-F5344CB8AC3E}">
        <p14:creationId xmlns:p14="http://schemas.microsoft.com/office/powerpoint/2010/main" val="8990682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48BE7-807F-A828-2B9D-21C14C551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61" y="365125"/>
            <a:ext cx="10357666" cy="1438450"/>
          </a:xfrm>
        </p:spPr>
        <p:txBody>
          <a:bodyPr anchor="b">
            <a:normAutofit/>
          </a:bodyPr>
          <a:lstStyle/>
          <a:p>
            <a:r>
              <a:rPr lang="en-US" dirty="0"/>
              <a:t>Critiques</a:t>
            </a:r>
          </a:p>
        </p:txBody>
      </p:sp>
      <p:sp>
        <p:nvSpPr>
          <p:cNvPr id="28" name="Date Placeholder 4">
            <a:extLst>
              <a:ext uri="{FF2B5EF4-FFF2-40B4-BE49-F238E27FC236}">
                <a16:creationId xmlns:a16="http://schemas.microsoft.com/office/drawing/2014/main" id="{B8143167-C744-02EE-8A18-7942D0EFFF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5014" y="6342042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4410E34-BA4E-4737-BAE0-8C2512C442A3}" type="datetime1">
              <a:rPr lang="en-US"/>
              <a:pPr>
                <a:spcAft>
                  <a:spcPts val="600"/>
                </a:spcAft>
              </a:pPr>
              <a:t>6/30/2024</a:t>
            </a:fld>
            <a:endParaRPr lang="en-US"/>
          </a:p>
        </p:txBody>
      </p:sp>
      <p:sp>
        <p:nvSpPr>
          <p:cNvPr id="30" name="Footer Placeholder 5">
            <a:extLst>
              <a:ext uri="{FF2B5EF4-FFF2-40B4-BE49-F238E27FC236}">
                <a16:creationId xmlns:a16="http://schemas.microsoft.com/office/drawing/2014/main" id="{FA62DEDD-9EA6-FAA4-356A-E6E2D2AF5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96200" y="6342042"/>
            <a:ext cx="3470128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32" name="Slide Number Placeholder 6">
            <a:extLst>
              <a:ext uri="{FF2B5EF4-FFF2-40B4-BE49-F238E27FC236}">
                <a16:creationId xmlns:a16="http://schemas.microsoft.com/office/drawing/2014/main" id="{47F971DD-C5E0-2EBF-1A4A-361A9CD1C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6329" y="6342042"/>
            <a:ext cx="52622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DFDE724-0293-4953-AE9D-4D814FA589B0}" type="slidenum">
              <a:rPr lang="en-US" dirty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66AB484E-9C6F-EA93-CB14-72E8F0FC6F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695550"/>
              </p:ext>
            </p:extLst>
          </p:nvPr>
        </p:nvGraphicFramePr>
        <p:xfrm>
          <a:off x="808662" y="2019299"/>
          <a:ext cx="10357666" cy="41148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626928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7AB41-2534-C694-A57C-3239C578C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61" y="365125"/>
            <a:ext cx="10357666" cy="1438450"/>
          </a:xfrm>
        </p:spPr>
        <p:txBody>
          <a:bodyPr anchor="b">
            <a:normAutofit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3E2E3042-4DD1-C2C7-8BF7-EDF1EE8926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5014" y="6342042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A66E6708-4E05-47CB-A41E-132DD2897AC8}" type="datetime1">
              <a:pPr>
                <a:spcAft>
                  <a:spcPts val="600"/>
                </a:spcAft>
              </a:pPr>
              <a:t>6/30/2024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EADAAC00-FDAC-5612-2869-2D3954B8D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96200" y="6342042"/>
            <a:ext cx="3470128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43D6091-B1A9-BDF9-4E9D-B6A39FCDA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6329" y="6342042"/>
            <a:ext cx="526228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8DFDE724-0293-4953-AE9D-4D814FA589B0}" type="slidenum">
              <a:rPr lang="en-US" dirty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95DCA47-C5E2-8A48-9EEA-6FAD4485A1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274658"/>
              </p:ext>
            </p:extLst>
          </p:nvPr>
        </p:nvGraphicFramePr>
        <p:xfrm>
          <a:off x="808662" y="2019299"/>
          <a:ext cx="10357666" cy="41148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93208593"/>
      </p:ext>
    </p:extLst>
  </p:cSld>
  <p:clrMapOvr>
    <a:masterClrMapping/>
  </p:clrMapOvr>
</p:sld>
</file>

<file path=ppt/theme/theme1.xml><?xml version="1.0" encoding="utf-8"?>
<a:theme xmlns:a="http://schemas.openxmlformats.org/drawingml/2006/main" name="VeniceBeachVTI">
  <a:themeElements>
    <a:clrScheme name="VeniceBeachVTI">
      <a:dk1>
        <a:sysClr val="windowText" lastClr="000000"/>
      </a:dk1>
      <a:lt1>
        <a:sysClr val="window" lastClr="FFFFFF"/>
      </a:lt1>
      <a:dk2>
        <a:srgbClr val="2B3E3D"/>
      </a:dk2>
      <a:lt2>
        <a:srgbClr val="FEF3EB"/>
      </a:lt2>
      <a:accent1>
        <a:srgbClr val="FE8542"/>
      </a:accent1>
      <a:accent2>
        <a:srgbClr val="EC6D60"/>
      </a:accent2>
      <a:accent3>
        <a:srgbClr val="CDA32B"/>
      </a:accent3>
      <a:accent4>
        <a:srgbClr val="EE66A7"/>
      </a:accent4>
      <a:accent5>
        <a:srgbClr val="EA5F48"/>
      </a:accent5>
      <a:accent6>
        <a:srgbClr val="C8466B"/>
      </a:accent6>
      <a:hlink>
        <a:srgbClr val="E46153"/>
      </a:hlink>
      <a:folHlink>
        <a:srgbClr val="CF63B0"/>
      </a:folHlink>
    </a:clrScheme>
    <a:fontScheme name="VeniceBeachVTI">
      <a:majorFont>
        <a:latin typeface="Avenir Next LT Pro Light"/>
        <a:ea typeface=""/>
        <a:cs typeface=""/>
      </a:majorFont>
      <a:minorFont>
        <a:latin typeface="Avenir Next LT Pro"/>
        <a:ea typeface=""/>
        <a:cs typeface=""/>
      </a:minorFont>
    </a:fontScheme>
    <a:fmtScheme name="VeniceBeach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eniceBeachVTI" id="{54706E44-6516-4822-8F8F-6BA182D64AC9}" vid="{F71BAAD1-41E5-4D56-97E1-12A04B86E57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VeniceBeachVTI</vt:lpstr>
      <vt:lpstr>How Do Developers React to RESTful API Evolution?</vt:lpstr>
      <vt:lpstr>What is a RESTful API?</vt:lpstr>
      <vt:lpstr>Data Collection</vt:lpstr>
      <vt:lpstr>PowerPoint Presentation</vt:lpstr>
      <vt:lpstr>Stack Overflow</vt:lpstr>
      <vt:lpstr>PowerPoint Presentation</vt:lpstr>
      <vt:lpstr>3 Research Questions</vt:lpstr>
      <vt:lpstr>What are the change types of web API evolution? </vt:lpstr>
      <vt:lpstr>What are the change types of web API evolution? </vt:lpstr>
      <vt:lpstr>Which types of changes trigger more questions from client code developers? </vt:lpstr>
      <vt:lpstr>PowerPoint Presentation</vt:lpstr>
      <vt:lpstr>Which types of changes trigger more questions from client code developers? </vt:lpstr>
      <vt:lpstr>Which types of changes trigger more questions from client code developers? </vt:lpstr>
      <vt:lpstr>Critiques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393</cp:revision>
  <dcterms:created xsi:type="dcterms:W3CDTF">2024-06-22T21:33:17Z</dcterms:created>
  <dcterms:modified xsi:type="dcterms:W3CDTF">2024-07-01T01:59:56Z</dcterms:modified>
</cp:coreProperties>
</file>