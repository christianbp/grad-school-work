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47E20-187E-BE18-6978-4EB7FEBC7A4E}" v="53" dt="2023-12-08T00:04:57.381"/>
    <p1510:client id="{87CB8A24-5DAD-C802-9B7B-4CF8FA4A59D6}" v="322" dt="2023-12-08T05:17:52.177"/>
    <p1510:client id="{AACEE25D-C8E2-4731-AF0C-308637686D6B}" v="2" dt="2023-12-07T23:54:41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4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4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0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6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9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2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6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027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352D1D-4A63-48A8-8335-5B3A8BE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447B5DB-9895-4F80-B037-1DC074A90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0961581" cy="6858000"/>
          </a:xfrm>
          <a:custGeom>
            <a:avLst/>
            <a:gdLst>
              <a:gd name="connsiteX0" fmla="*/ 8920876 w 10961581"/>
              <a:gd name="connsiteY0" fmla="*/ 0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37328 h 6858000"/>
              <a:gd name="connsiteX0" fmla="*/ 9103756 w 10961581"/>
              <a:gd name="connsiteY0" fmla="*/ 0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37328 h 6858000"/>
              <a:gd name="connsiteX6" fmla="*/ 9103756 w 10961581"/>
              <a:gd name="connsiteY6" fmla="*/ 0 h 6858000"/>
              <a:gd name="connsiteX0" fmla="*/ 9305886 w 10961581"/>
              <a:gd name="connsiteY0" fmla="*/ 0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37328 h 6858000"/>
              <a:gd name="connsiteX6" fmla="*/ 9305886 w 10961581"/>
              <a:gd name="connsiteY6" fmla="*/ 0 h 6858000"/>
              <a:gd name="connsiteX0" fmla="*/ 9363638 w 10961581"/>
              <a:gd name="connsiteY0" fmla="*/ 0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37328 h 6858000"/>
              <a:gd name="connsiteX6" fmla="*/ 9363638 w 10961581"/>
              <a:gd name="connsiteY6" fmla="*/ 0 h 6858000"/>
              <a:gd name="connsiteX0" fmla="*/ 9363638 w 10961581"/>
              <a:gd name="connsiteY0" fmla="*/ 0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56579 h 6858000"/>
              <a:gd name="connsiteX6" fmla="*/ 9363638 w 10961581"/>
              <a:gd name="connsiteY6" fmla="*/ 0 h 6858000"/>
              <a:gd name="connsiteX0" fmla="*/ 9508017 w 10961581"/>
              <a:gd name="connsiteY0" fmla="*/ 9625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56579 h 6858000"/>
              <a:gd name="connsiteX6" fmla="*/ 9508017 w 10961581"/>
              <a:gd name="connsiteY6" fmla="*/ 9625 h 6858000"/>
              <a:gd name="connsiteX0" fmla="*/ 9527267 w 10961581"/>
              <a:gd name="connsiteY0" fmla="*/ 0 h 6858000"/>
              <a:gd name="connsiteX1" fmla="*/ 10729569 w 10961581"/>
              <a:gd name="connsiteY1" fmla="*/ 0 h 6858000"/>
              <a:gd name="connsiteX2" fmla="*/ 10961581 w 10961581"/>
              <a:gd name="connsiteY2" fmla="*/ 6604757 h 6858000"/>
              <a:gd name="connsiteX3" fmla="*/ 3198981 w 10961581"/>
              <a:gd name="connsiteY3" fmla="*/ 6858000 h 6858000"/>
              <a:gd name="connsiteX4" fmla="*/ 0 w 10961581"/>
              <a:gd name="connsiteY4" fmla="*/ 6858000 h 6858000"/>
              <a:gd name="connsiteX5" fmla="*/ 0 w 10961581"/>
              <a:gd name="connsiteY5" fmla="*/ 356579 h 6858000"/>
              <a:gd name="connsiteX6" fmla="*/ 9527267 w 1096158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61581" h="6858000">
                <a:moveTo>
                  <a:pt x="9527267" y="0"/>
                </a:moveTo>
                <a:lnTo>
                  <a:pt x="10729569" y="0"/>
                </a:lnTo>
                <a:lnTo>
                  <a:pt x="10961581" y="6604757"/>
                </a:lnTo>
                <a:lnTo>
                  <a:pt x="3198981" y="6858000"/>
                </a:lnTo>
                <a:lnTo>
                  <a:pt x="0" y="6858000"/>
                </a:lnTo>
                <a:lnTo>
                  <a:pt x="0" y="356579"/>
                </a:lnTo>
                <a:lnTo>
                  <a:pt x="9527267" y="0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CA5747C-8A92-4D00-89F4-4223A1B2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97328"/>
            <a:ext cx="10836068" cy="6786312"/>
          </a:xfrm>
          <a:custGeom>
            <a:avLst/>
            <a:gdLst>
              <a:gd name="connsiteX0" fmla="*/ 10525984 w 10787215"/>
              <a:gd name="connsiteY0" fmla="*/ 0 h 6755717"/>
              <a:gd name="connsiteX1" fmla="*/ 10563060 w 10787215"/>
              <a:gd name="connsiteY1" fmla="*/ 25925 h 6755717"/>
              <a:gd name="connsiteX2" fmla="*/ 10568511 w 10787215"/>
              <a:gd name="connsiteY2" fmla="*/ 48223 h 6755717"/>
              <a:gd name="connsiteX3" fmla="*/ 10671688 w 10787215"/>
              <a:gd name="connsiteY3" fmla="*/ 3001804 h 6755717"/>
              <a:gd name="connsiteX4" fmla="*/ 10683897 w 10787215"/>
              <a:gd name="connsiteY4" fmla="*/ 3351424 h 6755717"/>
              <a:gd name="connsiteX5" fmla="*/ 10787035 w 10787215"/>
              <a:gd name="connsiteY5" fmla="*/ 6304910 h 6755717"/>
              <a:gd name="connsiteX6" fmla="*/ 10787032 w 10787215"/>
              <a:gd name="connsiteY6" fmla="*/ 6304915 h 6755717"/>
              <a:gd name="connsiteX7" fmla="*/ 10787215 w 10787215"/>
              <a:gd name="connsiteY7" fmla="*/ 6310070 h 6755717"/>
              <a:gd name="connsiteX8" fmla="*/ 10779134 w 10787215"/>
              <a:gd name="connsiteY8" fmla="*/ 6324066 h 6755717"/>
              <a:gd name="connsiteX9" fmla="*/ 10772641 w 10787215"/>
              <a:gd name="connsiteY9" fmla="*/ 6339804 h 6755717"/>
              <a:gd name="connsiteX10" fmla="*/ 10767163 w 10787215"/>
              <a:gd name="connsiteY10" fmla="*/ 6344794 h 6755717"/>
              <a:gd name="connsiteX11" fmla="*/ 10761538 w 10787215"/>
              <a:gd name="connsiteY11" fmla="*/ 6354534 h 6755717"/>
              <a:gd name="connsiteX12" fmla="*/ 10753020 w 10787215"/>
              <a:gd name="connsiteY12" fmla="*/ 6354826 h 6755717"/>
              <a:gd name="connsiteX13" fmla="*/ 10742859 w 10787215"/>
              <a:gd name="connsiteY13" fmla="*/ 6358485 h 6755717"/>
              <a:gd name="connsiteX14" fmla="*/ 10717371 w 10787215"/>
              <a:gd name="connsiteY14" fmla="*/ 6359376 h 6755717"/>
              <a:gd name="connsiteX15" fmla="*/ 10716864 w 10787215"/>
              <a:gd name="connsiteY15" fmla="*/ 6360582 h 6755717"/>
              <a:gd name="connsiteX16" fmla="*/ 10676656 w 10787215"/>
              <a:gd name="connsiteY16" fmla="*/ 6389205 h 6755717"/>
              <a:gd name="connsiteX17" fmla="*/ 10597111 w 10787215"/>
              <a:gd name="connsiteY17" fmla="*/ 6363575 h 6755717"/>
              <a:gd name="connsiteX18" fmla="*/ 9820767 w 10787215"/>
              <a:gd name="connsiteY18" fmla="*/ 6390686 h 6755717"/>
              <a:gd name="connsiteX19" fmla="*/ 9807405 w 10787215"/>
              <a:gd name="connsiteY19" fmla="*/ 6395341 h 6755717"/>
              <a:gd name="connsiteX20" fmla="*/ 9775284 w 10787215"/>
              <a:gd name="connsiteY20" fmla="*/ 6400669 h 6755717"/>
              <a:gd name="connsiteX21" fmla="*/ 9642733 w 10787215"/>
              <a:gd name="connsiteY21" fmla="*/ 6406266 h 6755717"/>
              <a:gd name="connsiteX22" fmla="*/ 9564655 w 10787215"/>
              <a:gd name="connsiteY22" fmla="*/ 6413661 h 6755717"/>
              <a:gd name="connsiteX23" fmla="*/ 9536921 w 10787215"/>
              <a:gd name="connsiteY23" fmla="*/ 6422825 h 6755717"/>
              <a:gd name="connsiteX24" fmla="*/ 9496893 w 10787215"/>
              <a:gd name="connsiteY24" fmla="*/ 6431347 h 6755717"/>
              <a:gd name="connsiteX25" fmla="*/ 9427742 w 10787215"/>
              <a:gd name="connsiteY25" fmla="*/ 6451312 h 6755717"/>
              <a:gd name="connsiteX26" fmla="*/ 9360781 w 10787215"/>
              <a:gd name="connsiteY26" fmla="*/ 6461217 h 6755717"/>
              <a:gd name="connsiteX27" fmla="*/ 9315635 w 10787215"/>
              <a:gd name="connsiteY27" fmla="*/ 6464259 h 6755717"/>
              <a:gd name="connsiteX28" fmla="*/ 9309069 w 10787215"/>
              <a:gd name="connsiteY28" fmla="*/ 6464198 h 6755717"/>
              <a:gd name="connsiteX29" fmla="*/ 9254486 w 10787215"/>
              <a:gd name="connsiteY29" fmla="*/ 6455747 h 6755717"/>
              <a:gd name="connsiteX30" fmla="*/ 9249615 w 10787215"/>
              <a:gd name="connsiteY30" fmla="*/ 6461132 h 6755717"/>
              <a:gd name="connsiteX31" fmla="*/ 9232811 w 10787215"/>
              <a:gd name="connsiteY31" fmla="*/ 6467037 h 6755717"/>
              <a:gd name="connsiteX32" fmla="*/ 9218036 w 10787215"/>
              <a:gd name="connsiteY32" fmla="*/ 6461328 h 6755717"/>
              <a:gd name="connsiteX33" fmla="*/ 9149486 w 10787215"/>
              <a:gd name="connsiteY33" fmla="*/ 6452624 h 6755717"/>
              <a:gd name="connsiteX34" fmla="*/ 9049412 w 10787215"/>
              <a:gd name="connsiteY34" fmla="*/ 6445894 h 6755717"/>
              <a:gd name="connsiteX35" fmla="*/ 9034119 w 10787215"/>
              <a:gd name="connsiteY35" fmla="*/ 6440025 h 6755717"/>
              <a:gd name="connsiteX36" fmla="*/ 8935776 w 10787215"/>
              <a:gd name="connsiteY36" fmla="*/ 6427814 h 6755717"/>
              <a:gd name="connsiteX37" fmla="*/ 8884376 w 10787215"/>
              <a:gd name="connsiteY37" fmla="*/ 6427190 h 6755717"/>
              <a:gd name="connsiteX38" fmla="*/ 8878872 w 10787215"/>
              <a:gd name="connsiteY38" fmla="*/ 6433234 h 6755717"/>
              <a:gd name="connsiteX39" fmla="*/ 8863669 w 10787215"/>
              <a:gd name="connsiteY39" fmla="*/ 6432221 h 6755717"/>
              <a:gd name="connsiteX40" fmla="*/ 8859625 w 10787215"/>
              <a:gd name="connsiteY40" fmla="*/ 6433232 h 6755717"/>
              <a:gd name="connsiteX41" fmla="*/ 8836444 w 10787215"/>
              <a:gd name="connsiteY41" fmla="*/ 6437751 h 6755717"/>
              <a:gd name="connsiteX42" fmla="*/ 8831733 w 10787215"/>
              <a:gd name="connsiteY42" fmla="*/ 6426801 h 6755717"/>
              <a:gd name="connsiteX43" fmla="*/ 8824805 w 10787215"/>
              <a:gd name="connsiteY43" fmla="*/ 6425465 h 6755717"/>
              <a:gd name="connsiteX44" fmla="*/ 8573061 w 10787215"/>
              <a:gd name="connsiteY44" fmla="*/ 6434256 h 6755717"/>
              <a:gd name="connsiteX45" fmla="*/ 8551836 w 10787215"/>
              <a:gd name="connsiteY45" fmla="*/ 6445197 h 6755717"/>
              <a:gd name="connsiteX46" fmla="*/ 8484874 w 10787215"/>
              <a:gd name="connsiteY46" fmla="*/ 6455103 h 6755717"/>
              <a:gd name="connsiteX47" fmla="*/ 8439729 w 10787215"/>
              <a:gd name="connsiteY47" fmla="*/ 6458145 h 6755717"/>
              <a:gd name="connsiteX48" fmla="*/ 8433162 w 10787215"/>
              <a:gd name="connsiteY48" fmla="*/ 6458083 h 6755717"/>
              <a:gd name="connsiteX49" fmla="*/ 8378580 w 10787215"/>
              <a:gd name="connsiteY49" fmla="*/ 6449632 h 6755717"/>
              <a:gd name="connsiteX50" fmla="*/ 8373709 w 10787215"/>
              <a:gd name="connsiteY50" fmla="*/ 6455018 h 6755717"/>
              <a:gd name="connsiteX51" fmla="*/ 8356905 w 10787215"/>
              <a:gd name="connsiteY51" fmla="*/ 6460922 h 6755717"/>
              <a:gd name="connsiteX52" fmla="*/ 8342130 w 10787215"/>
              <a:gd name="connsiteY52" fmla="*/ 6455214 h 6755717"/>
              <a:gd name="connsiteX53" fmla="*/ 8273578 w 10787215"/>
              <a:gd name="connsiteY53" fmla="*/ 6446510 h 6755717"/>
              <a:gd name="connsiteX54" fmla="*/ 8256015 w 10787215"/>
              <a:gd name="connsiteY54" fmla="*/ 6445328 h 6755717"/>
              <a:gd name="connsiteX55" fmla="*/ 7524878 w 10787215"/>
              <a:gd name="connsiteY55" fmla="*/ 6470860 h 6755717"/>
              <a:gd name="connsiteX56" fmla="*/ 6892841 w 10787215"/>
              <a:gd name="connsiteY56" fmla="*/ 6492931 h 6755717"/>
              <a:gd name="connsiteX57" fmla="*/ 6476543 w 10787215"/>
              <a:gd name="connsiteY57" fmla="*/ 6507469 h 6755717"/>
              <a:gd name="connsiteX58" fmla="*/ 6443282 w 10787215"/>
              <a:gd name="connsiteY58" fmla="*/ 6508810 h 6755717"/>
              <a:gd name="connsiteX59" fmla="*/ 6241132 w 10787215"/>
              <a:gd name="connsiteY59" fmla="*/ 6515954 h 6755717"/>
              <a:gd name="connsiteX60" fmla="*/ 6239723 w 10787215"/>
              <a:gd name="connsiteY60" fmla="*/ 6515738 h 6755717"/>
              <a:gd name="connsiteX61" fmla="*/ 3903363 w 10787215"/>
              <a:gd name="connsiteY61" fmla="*/ 6597326 h 6755717"/>
              <a:gd name="connsiteX62" fmla="*/ 488708 w 10787215"/>
              <a:gd name="connsiteY62" fmla="*/ 6755717 h 6755717"/>
              <a:gd name="connsiteX63" fmla="*/ 0 w 10787215"/>
              <a:gd name="connsiteY63" fmla="*/ 6755717 h 6755717"/>
              <a:gd name="connsiteX64" fmla="*/ 0 w 10787215"/>
              <a:gd name="connsiteY64" fmla="*/ 376860 h 6755717"/>
              <a:gd name="connsiteX65" fmla="*/ 1459259 w 10787215"/>
              <a:gd name="connsiteY65" fmla="*/ 325901 h 6755717"/>
              <a:gd name="connsiteX66" fmla="*/ 1511989 w 10787215"/>
              <a:gd name="connsiteY66" fmla="*/ 312691 h 6755717"/>
              <a:gd name="connsiteX67" fmla="*/ 1567031 w 10787215"/>
              <a:gd name="connsiteY67" fmla="*/ 322138 h 6755717"/>
              <a:gd name="connsiteX68" fmla="*/ 2295246 w 10787215"/>
              <a:gd name="connsiteY68" fmla="*/ 296708 h 6755717"/>
              <a:gd name="connsiteX69" fmla="*/ 2391907 w 10787215"/>
              <a:gd name="connsiteY69" fmla="*/ 293333 h 6755717"/>
              <a:gd name="connsiteX70" fmla="*/ 2445474 w 10787215"/>
              <a:gd name="connsiteY70" fmla="*/ 279345 h 6755717"/>
              <a:gd name="connsiteX71" fmla="*/ 2500189 w 10787215"/>
              <a:gd name="connsiteY71" fmla="*/ 263547 h 6755717"/>
              <a:gd name="connsiteX72" fmla="*/ 2553172 w 10787215"/>
              <a:gd name="connsiteY72" fmla="*/ 255710 h 6755717"/>
              <a:gd name="connsiteX73" fmla="*/ 2594089 w 10787215"/>
              <a:gd name="connsiteY73" fmla="*/ 253351 h 6755717"/>
              <a:gd name="connsiteX74" fmla="*/ 2637277 w 10787215"/>
              <a:gd name="connsiteY74" fmla="*/ 260039 h 6755717"/>
              <a:gd name="connsiteX75" fmla="*/ 2666118 w 10787215"/>
              <a:gd name="connsiteY75" fmla="*/ 255623 h 6755717"/>
              <a:gd name="connsiteX76" fmla="*/ 2720359 w 10787215"/>
              <a:gd name="connsiteY76" fmla="*/ 262510 h 6755717"/>
              <a:gd name="connsiteX77" fmla="*/ 2799543 w 10787215"/>
              <a:gd name="connsiteY77" fmla="*/ 267835 h 6755717"/>
              <a:gd name="connsiteX78" fmla="*/ 2854155 w 10787215"/>
              <a:gd name="connsiteY78" fmla="*/ 274551 h 6755717"/>
              <a:gd name="connsiteX79" fmla="*/ 2864721 w 10787215"/>
              <a:gd name="connsiteY79" fmla="*/ 276822 h 6755717"/>
              <a:gd name="connsiteX80" fmla="*/ 3220117 w 10787215"/>
              <a:gd name="connsiteY80" fmla="*/ 264411 h 6755717"/>
              <a:gd name="connsiteX81" fmla="*/ 3246230 w 10787215"/>
              <a:gd name="connsiteY81" fmla="*/ 260548 h 6755717"/>
              <a:gd name="connsiteX82" fmla="*/ 3334781 w 10787215"/>
              <a:gd name="connsiteY82" fmla="*/ 260407 h 6755717"/>
              <a:gd name="connsiteX83" fmla="*/ 3347486 w 10787215"/>
              <a:gd name="connsiteY83" fmla="*/ 255944 h 6755717"/>
              <a:gd name="connsiteX84" fmla="*/ 3434099 w 10787215"/>
              <a:gd name="connsiteY84" fmla="*/ 256939 h 6755717"/>
              <a:gd name="connsiteX85" fmla="*/ 3528723 w 10787215"/>
              <a:gd name="connsiteY85" fmla="*/ 250220 h 6755717"/>
              <a:gd name="connsiteX86" fmla="*/ 3535478 w 10787215"/>
              <a:gd name="connsiteY86" fmla="*/ 240807 h 6755717"/>
              <a:gd name="connsiteX87" fmla="*/ 3556228 w 10787215"/>
              <a:gd name="connsiteY87" fmla="*/ 239277 h 6755717"/>
              <a:gd name="connsiteX88" fmla="*/ 3588945 w 10787215"/>
              <a:gd name="connsiteY88" fmla="*/ 238310 h 6755717"/>
              <a:gd name="connsiteX89" fmla="*/ 3662553 w 10787215"/>
              <a:gd name="connsiteY89" fmla="*/ 245371 h 6755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0787215" h="6755717">
                <a:moveTo>
                  <a:pt x="10525984" y="0"/>
                </a:moveTo>
                <a:cubicBezTo>
                  <a:pt x="10547044" y="8337"/>
                  <a:pt x="10550472" y="10713"/>
                  <a:pt x="10563060" y="25925"/>
                </a:cubicBezTo>
                <a:lnTo>
                  <a:pt x="10568511" y="48223"/>
                </a:lnTo>
                <a:cubicBezTo>
                  <a:pt x="10585764" y="542122"/>
                  <a:pt x="10652457" y="2451271"/>
                  <a:pt x="10671688" y="3001804"/>
                </a:cubicBezTo>
                <a:lnTo>
                  <a:pt x="10683897" y="3351424"/>
                </a:lnTo>
                <a:lnTo>
                  <a:pt x="10787035" y="6304910"/>
                </a:lnTo>
                <a:cubicBezTo>
                  <a:pt x="10787034" y="6304912"/>
                  <a:pt x="10787033" y="6304913"/>
                  <a:pt x="10787032" y="6304915"/>
                </a:cubicBezTo>
                <a:cubicBezTo>
                  <a:pt x="10787093" y="6306633"/>
                  <a:pt x="10787154" y="6308352"/>
                  <a:pt x="10787215" y="6310070"/>
                </a:cubicBezTo>
                <a:lnTo>
                  <a:pt x="10779134" y="6324066"/>
                </a:lnTo>
                <a:lnTo>
                  <a:pt x="10772641" y="6339804"/>
                </a:lnTo>
                <a:lnTo>
                  <a:pt x="10767163" y="6344794"/>
                </a:lnTo>
                <a:lnTo>
                  <a:pt x="10761538" y="6354534"/>
                </a:lnTo>
                <a:lnTo>
                  <a:pt x="10753020" y="6354826"/>
                </a:lnTo>
                <a:lnTo>
                  <a:pt x="10742859" y="6358485"/>
                </a:lnTo>
                <a:lnTo>
                  <a:pt x="10717371" y="6359376"/>
                </a:lnTo>
                <a:lnTo>
                  <a:pt x="10716864" y="6360582"/>
                </a:lnTo>
                <a:cubicBezTo>
                  <a:pt x="10715793" y="6375139"/>
                  <a:pt x="10734400" y="6387188"/>
                  <a:pt x="10676656" y="6389205"/>
                </a:cubicBezTo>
                <a:lnTo>
                  <a:pt x="10597111" y="6363575"/>
                </a:lnTo>
                <a:lnTo>
                  <a:pt x="9820767" y="6390686"/>
                </a:lnTo>
                <a:lnTo>
                  <a:pt x="9807405" y="6395341"/>
                </a:lnTo>
                <a:cubicBezTo>
                  <a:pt x="9800223" y="6397336"/>
                  <a:pt x="9790323" y="6399300"/>
                  <a:pt x="9775284" y="6400669"/>
                </a:cubicBezTo>
                <a:cubicBezTo>
                  <a:pt x="9737352" y="6388020"/>
                  <a:pt x="9689923" y="6423409"/>
                  <a:pt x="9642733" y="6406266"/>
                </a:cubicBezTo>
                <a:cubicBezTo>
                  <a:pt x="9625581" y="6402315"/>
                  <a:pt x="9573710" y="6404482"/>
                  <a:pt x="9564655" y="6413661"/>
                </a:cubicBezTo>
                <a:cubicBezTo>
                  <a:pt x="9553995" y="6415919"/>
                  <a:pt x="9541098" y="6413167"/>
                  <a:pt x="9536921" y="6422825"/>
                </a:cubicBezTo>
                <a:cubicBezTo>
                  <a:pt x="9529648" y="6434516"/>
                  <a:pt x="9490341" y="6418021"/>
                  <a:pt x="9496893" y="6431347"/>
                </a:cubicBezTo>
                <a:cubicBezTo>
                  <a:pt x="9469017" y="6420076"/>
                  <a:pt x="9449776" y="6444692"/>
                  <a:pt x="9427742" y="6451312"/>
                </a:cubicBezTo>
                <a:lnTo>
                  <a:pt x="9360781" y="6461217"/>
                </a:lnTo>
                <a:lnTo>
                  <a:pt x="9315635" y="6464259"/>
                </a:lnTo>
                <a:lnTo>
                  <a:pt x="9309069" y="6464198"/>
                </a:lnTo>
                <a:lnTo>
                  <a:pt x="9254486" y="6455747"/>
                </a:lnTo>
                <a:cubicBezTo>
                  <a:pt x="9253289" y="6457680"/>
                  <a:pt x="9251650" y="6459495"/>
                  <a:pt x="9249615" y="6461132"/>
                </a:cubicBezTo>
                <a:lnTo>
                  <a:pt x="9232811" y="6467037"/>
                </a:lnTo>
                <a:lnTo>
                  <a:pt x="9218036" y="6461328"/>
                </a:lnTo>
                <a:lnTo>
                  <a:pt x="9149486" y="6452624"/>
                </a:lnTo>
                <a:lnTo>
                  <a:pt x="9049412" y="6445894"/>
                </a:lnTo>
                <a:lnTo>
                  <a:pt x="9034119" y="6440025"/>
                </a:lnTo>
                <a:cubicBezTo>
                  <a:pt x="8999480" y="6434206"/>
                  <a:pt x="8958258" y="6442933"/>
                  <a:pt x="8935776" y="6427814"/>
                </a:cubicBezTo>
                <a:lnTo>
                  <a:pt x="8884376" y="6427190"/>
                </a:lnTo>
                <a:lnTo>
                  <a:pt x="8878872" y="6433234"/>
                </a:lnTo>
                <a:lnTo>
                  <a:pt x="8863669" y="6432221"/>
                </a:lnTo>
                <a:lnTo>
                  <a:pt x="8859625" y="6433232"/>
                </a:lnTo>
                <a:cubicBezTo>
                  <a:pt x="8851908" y="6435193"/>
                  <a:pt x="8844245" y="6436925"/>
                  <a:pt x="8836444" y="6437751"/>
                </a:cubicBezTo>
                <a:cubicBezTo>
                  <a:pt x="8837077" y="6432204"/>
                  <a:pt x="8835160" y="6428812"/>
                  <a:pt x="8831733" y="6426801"/>
                </a:cubicBezTo>
                <a:lnTo>
                  <a:pt x="8824805" y="6425465"/>
                </a:lnTo>
                <a:lnTo>
                  <a:pt x="8573061" y="6434256"/>
                </a:lnTo>
                <a:lnTo>
                  <a:pt x="8551836" y="6445197"/>
                </a:lnTo>
                <a:lnTo>
                  <a:pt x="8484874" y="6455103"/>
                </a:lnTo>
                <a:lnTo>
                  <a:pt x="8439729" y="6458145"/>
                </a:lnTo>
                <a:lnTo>
                  <a:pt x="8433162" y="6458083"/>
                </a:lnTo>
                <a:lnTo>
                  <a:pt x="8378580" y="6449632"/>
                </a:lnTo>
                <a:cubicBezTo>
                  <a:pt x="8377382" y="6451564"/>
                  <a:pt x="8375743" y="6453381"/>
                  <a:pt x="8373709" y="6455018"/>
                </a:cubicBezTo>
                <a:lnTo>
                  <a:pt x="8356905" y="6460922"/>
                </a:lnTo>
                <a:lnTo>
                  <a:pt x="8342130" y="6455214"/>
                </a:lnTo>
                <a:lnTo>
                  <a:pt x="8273578" y="6446510"/>
                </a:lnTo>
                <a:lnTo>
                  <a:pt x="8256015" y="6445328"/>
                </a:lnTo>
                <a:lnTo>
                  <a:pt x="7524878" y="6470860"/>
                </a:lnTo>
                <a:lnTo>
                  <a:pt x="6892841" y="6492931"/>
                </a:lnTo>
                <a:lnTo>
                  <a:pt x="6476543" y="6507469"/>
                </a:lnTo>
                <a:lnTo>
                  <a:pt x="6443282" y="6508810"/>
                </a:lnTo>
                <a:cubicBezTo>
                  <a:pt x="6450945" y="6516774"/>
                  <a:pt x="6296920" y="6520781"/>
                  <a:pt x="6241132" y="6515954"/>
                </a:cubicBezTo>
                <a:lnTo>
                  <a:pt x="6239723" y="6515738"/>
                </a:lnTo>
                <a:lnTo>
                  <a:pt x="3903363" y="6597326"/>
                </a:lnTo>
                <a:lnTo>
                  <a:pt x="488708" y="6755717"/>
                </a:lnTo>
                <a:lnTo>
                  <a:pt x="0" y="6755717"/>
                </a:lnTo>
                <a:lnTo>
                  <a:pt x="0" y="376860"/>
                </a:lnTo>
                <a:lnTo>
                  <a:pt x="1459259" y="325901"/>
                </a:lnTo>
                <a:lnTo>
                  <a:pt x="1511989" y="312691"/>
                </a:lnTo>
                <a:cubicBezTo>
                  <a:pt x="1541823" y="312150"/>
                  <a:pt x="1548684" y="318989"/>
                  <a:pt x="1567031" y="322138"/>
                </a:cubicBezTo>
                <a:lnTo>
                  <a:pt x="2295246" y="296708"/>
                </a:lnTo>
                <a:lnTo>
                  <a:pt x="2391907" y="293333"/>
                </a:lnTo>
                <a:lnTo>
                  <a:pt x="2445474" y="279345"/>
                </a:lnTo>
                <a:cubicBezTo>
                  <a:pt x="2467530" y="288263"/>
                  <a:pt x="2482756" y="268786"/>
                  <a:pt x="2500189" y="263547"/>
                </a:cubicBezTo>
                <a:lnTo>
                  <a:pt x="2553172" y="255710"/>
                </a:lnTo>
                <a:lnTo>
                  <a:pt x="2594089" y="253351"/>
                </a:lnTo>
                <a:lnTo>
                  <a:pt x="2637277" y="260039"/>
                </a:lnTo>
                <a:cubicBezTo>
                  <a:pt x="2649282" y="260417"/>
                  <a:pt x="2652271" y="255211"/>
                  <a:pt x="2666118" y="255623"/>
                </a:cubicBezTo>
                <a:lnTo>
                  <a:pt x="2720359" y="262510"/>
                </a:lnTo>
                <a:lnTo>
                  <a:pt x="2799543" y="267835"/>
                </a:lnTo>
                <a:lnTo>
                  <a:pt x="2854155" y="274551"/>
                </a:lnTo>
                <a:lnTo>
                  <a:pt x="2864721" y="276822"/>
                </a:lnTo>
                <a:lnTo>
                  <a:pt x="3220117" y="264411"/>
                </a:lnTo>
                <a:lnTo>
                  <a:pt x="3246230" y="260548"/>
                </a:lnTo>
                <a:lnTo>
                  <a:pt x="3334781" y="260407"/>
                </a:lnTo>
                <a:lnTo>
                  <a:pt x="3347486" y="255944"/>
                </a:lnTo>
                <a:lnTo>
                  <a:pt x="3434099" y="256939"/>
                </a:lnTo>
                <a:cubicBezTo>
                  <a:pt x="3462714" y="255371"/>
                  <a:pt x="3512366" y="254534"/>
                  <a:pt x="3528723" y="250220"/>
                </a:cubicBezTo>
                <a:lnTo>
                  <a:pt x="3535478" y="240807"/>
                </a:lnTo>
                <a:lnTo>
                  <a:pt x="3556228" y="239277"/>
                </a:lnTo>
                <a:cubicBezTo>
                  <a:pt x="3557772" y="239926"/>
                  <a:pt x="3587707" y="238294"/>
                  <a:pt x="3588945" y="238310"/>
                </a:cubicBezTo>
                <a:lnTo>
                  <a:pt x="3662553" y="245371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Laid wine bottles, glass and grapes">
            <a:extLst>
              <a:ext uri="{FF2B5EF4-FFF2-40B4-BE49-F238E27FC236}">
                <a16:creationId xmlns:a16="http://schemas.microsoft.com/office/drawing/2014/main" id="{225B4555-7CF1-C143-9246-2E07AC23E1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4000"/>
          </a:blip>
          <a:srcRect t="6037" r="-1" b="-1"/>
          <a:stretch/>
        </p:blipFill>
        <p:spPr>
          <a:xfrm>
            <a:off x="-1" y="97328"/>
            <a:ext cx="10836068" cy="6786312"/>
          </a:xfrm>
          <a:custGeom>
            <a:avLst/>
            <a:gdLst/>
            <a:ahLst/>
            <a:cxnLst/>
            <a:rect l="l" t="t" r="r" b="b"/>
            <a:pathLst>
              <a:path w="10787215" h="6755717">
                <a:moveTo>
                  <a:pt x="10525984" y="0"/>
                </a:moveTo>
                <a:cubicBezTo>
                  <a:pt x="10547044" y="8337"/>
                  <a:pt x="10550472" y="10713"/>
                  <a:pt x="10563060" y="25925"/>
                </a:cubicBezTo>
                <a:lnTo>
                  <a:pt x="10568511" y="48223"/>
                </a:lnTo>
                <a:cubicBezTo>
                  <a:pt x="10585764" y="542122"/>
                  <a:pt x="10652457" y="2451271"/>
                  <a:pt x="10671688" y="3001804"/>
                </a:cubicBezTo>
                <a:lnTo>
                  <a:pt x="10683897" y="3351424"/>
                </a:lnTo>
                <a:lnTo>
                  <a:pt x="10787035" y="6304910"/>
                </a:lnTo>
                <a:cubicBezTo>
                  <a:pt x="10787034" y="6304912"/>
                  <a:pt x="10787033" y="6304913"/>
                  <a:pt x="10787032" y="6304915"/>
                </a:cubicBezTo>
                <a:cubicBezTo>
                  <a:pt x="10787093" y="6306633"/>
                  <a:pt x="10787154" y="6308352"/>
                  <a:pt x="10787215" y="6310070"/>
                </a:cubicBezTo>
                <a:lnTo>
                  <a:pt x="10779134" y="6324066"/>
                </a:lnTo>
                <a:lnTo>
                  <a:pt x="10772641" y="6339804"/>
                </a:lnTo>
                <a:lnTo>
                  <a:pt x="10767163" y="6344794"/>
                </a:lnTo>
                <a:lnTo>
                  <a:pt x="10761538" y="6354534"/>
                </a:lnTo>
                <a:lnTo>
                  <a:pt x="10753020" y="6354826"/>
                </a:lnTo>
                <a:lnTo>
                  <a:pt x="10742859" y="6358485"/>
                </a:lnTo>
                <a:lnTo>
                  <a:pt x="10717371" y="6359376"/>
                </a:lnTo>
                <a:lnTo>
                  <a:pt x="10716864" y="6360582"/>
                </a:lnTo>
                <a:cubicBezTo>
                  <a:pt x="10715793" y="6375139"/>
                  <a:pt x="10734400" y="6387188"/>
                  <a:pt x="10676656" y="6389205"/>
                </a:cubicBezTo>
                <a:lnTo>
                  <a:pt x="10597111" y="6363575"/>
                </a:lnTo>
                <a:lnTo>
                  <a:pt x="9820767" y="6390686"/>
                </a:lnTo>
                <a:lnTo>
                  <a:pt x="9807405" y="6395341"/>
                </a:lnTo>
                <a:cubicBezTo>
                  <a:pt x="9800223" y="6397336"/>
                  <a:pt x="9790323" y="6399300"/>
                  <a:pt x="9775284" y="6400669"/>
                </a:cubicBezTo>
                <a:cubicBezTo>
                  <a:pt x="9737352" y="6388020"/>
                  <a:pt x="9689923" y="6423409"/>
                  <a:pt x="9642733" y="6406266"/>
                </a:cubicBezTo>
                <a:cubicBezTo>
                  <a:pt x="9625581" y="6402315"/>
                  <a:pt x="9573710" y="6404482"/>
                  <a:pt x="9564655" y="6413661"/>
                </a:cubicBezTo>
                <a:cubicBezTo>
                  <a:pt x="9553995" y="6415919"/>
                  <a:pt x="9541098" y="6413167"/>
                  <a:pt x="9536921" y="6422825"/>
                </a:cubicBezTo>
                <a:cubicBezTo>
                  <a:pt x="9529648" y="6434516"/>
                  <a:pt x="9490341" y="6418021"/>
                  <a:pt x="9496893" y="6431347"/>
                </a:cubicBezTo>
                <a:cubicBezTo>
                  <a:pt x="9469017" y="6420076"/>
                  <a:pt x="9449776" y="6444692"/>
                  <a:pt x="9427742" y="6451312"/>
                </a:cubicBezTo>
                <a:lnTo>
                  <a:pt x="9360781" y="6461217"/>
                </a:lnTo>
                <a:lnTo>
                  <a:pt x="9315635" y="6464259"/>
                </a:lnTo>
                <a:lnTo>
                  <a:pt x="9309069" y="6464198"/>
                </a:lnTo>
                <a:lnTo>
                  <a:pt x="9254486" y="6455747"/>
                </a:lnTo>
                <a:cubicBezTo>
                  <a:pt x="9253289" y="6457680"/>
                  <a:pt x="9251650" y="6459495"/>
                  <a:pt x="9249615" y="6461132"/>
                </a:cubicBezTo>
                <a:lnTo>
                  <a:pt x="9232811" y="6467037"/>
                </a:lnTo>
                <a:lnTo>
                  <a:pt x="9218036" y="6461328"/>
                </a:lnTo>
                <a:lnTo>
                  <a:pt x="9149486" y="6452624"/>
                </a:lnTo>
                <a:lnTo>
                  <a:pt x="9049412" y="6445894"/>
                </a:lnTo>
                <a:lnTo>
                  <a:pt x="9034119" y="6440025"/>
                </a:lnTo>
                <a:cubicBezTo>
                  <a:pt x="8999480" y="6434206"/>
                  <a:pt x="8958258" y="6442933"/>
                  <a:pt x="8935776" y="6427814"/>
                </a:cubicBezTo>
                <a:lnTo>
                  <a:pt x="8884376" y="6427190"/>
                </a:lnTo>
                <a:lnTo>
                  <a:pt x="8878872" y="6433234"/>
                </a:lnTo>
                <a:lnTo>
                  <a:pt x="8863669" y="6432221"/>
                </a:lnTo>
                <a:lnTo>
                  <a:pt x="8859625" y="6433232"/>
                </a:lnTo>
                <a:cubicBezTo>
                  <a:pt x="8851908" y="6435193"/>
                  <a:pt x="8844245" y="6436925"/>
                  <a:pt x="8836444" y="6437751"/>
                </a:cubicBezTo>
                <a:cubicBezTo>
                  <a:pt x="8837077" y="6432204"/>
                  <a:pt x="8835160" y="6428812"/>
                  <a:pt x="8831733" y="6426801"/>
                </a:cubicBezTo>
                <a:lnTo>
                  <a:pt x="8824805" y="6425465"/>
                </a:lnTo>
                <a:lnTo>
                  <a:pt x="8573061" y="6434256"/>
                </a:lnTo>
                <a:lnTo>
                  <a:pt x="8551836" y="6445197"/>
                </a:lnTo>
                <a:lnTo>
                  <a:pt x="8484874" y="6455103"/>
                </a:lnTo>
                <a:lnTo>
                  <a:pt x="8439729" y="6458145"/>
                </a:lnTo>
                <a:lnTo>
                  <a:pt x="8433162" y="6458083"/>
                </a:lnTo>
                <a:lnTo>
                  <a:pt x="8378580" y="6449632"/>
                </a:lnTo>
                <a:cubicBezTo>
                  <a:pt x="8377382" y="6451564"/>
                  <a:pt x="8375743" y="6453381"/>
                  <a:pt x="8373709" y="6455018"/>
                </a:cubicBezTo>
                <a:lnTo>
                  <a:pt x="8356905" y="6460922"/>
                </a:lnTo>
                <a:lnTo>
                  <a:pt x="8342130" y="6455214"/>
                </a:lnTo>
                <a:lnTo>
                  <a:pt x="8273578" y="6446510"/>
                </a:lnTo>
                <a:lnTo>
                  <a:pt x="8256015" y="6445328"/>
                </a:lnTo>
                <a:lnTo>
                  <a:pt x="7524878" y="6470860"/>
                </a:lnTo>
                <a:lnTo>
                  <a:pt x="6892841" y="6492931"/>
                </a:lnTo>
                <a:lnTo>
                  <a:pt x="6476543" y="6507469"/>
                </a:lnTo>
                <a:lnTo>
                  <a:pt x="6443282" y="6508810"/>
                </a:lnTo>
                <a:cubicBezTo>
                  <a:pt x="6450945" y="6516774"/>
                  <a:pt x="6296920" y="6520781"/>
                  <a:pt x="6241132" y="6515954"/>
                </a:cubicBezTo>
                <a:lnTo>
                  <a:pt x="6239723" y="6515738"/>
                </a:lnTo>
                <a:lnTo>
                  <a:pt x="3903363" y="6597326"/>
                </a:lnTo>
                <a:lnTo>
                  <a:pt x="488708" y="6755717"/>
                </a:lnTo>
                <a:lnTo>
                  <a:pt x="0" y="6755717"/>
                </a:lnTo>
                <a:lnTo>
                  <a:pt x="0" y="376860"/>
                </a:lnTo>
                <a:lnTo>
                  <a:pt x="1459259" y="325901"/>
                </a:lnTo>
                <a:lnTo>
                  <a:pt x="1511989" y="312691"/>
                </a:lnTo>
                <a:cubicBezTo>
                  <a:pt x="1541823" y="312150"/>
                  <a:pt x="1548684" y="318989"/>
                  <a:pt x="1567031" y="322138"/>
                </a:cubicBezTo>
                <a:lnTo>
                  <a:pt x="2295246" y="296708"/>
                </a:lnTo>
                <a:lnTo>
                  <a:pt x="2391907" y="293333"/>
                </a:lnTo>
                <a:lnTo>
                  <a:pt x="2445474" y="279345"/>
                </a:lnTo>
                <a:cubicBezTo>
                  <a:pt x="2467530" y="288263"/>
                  <a:pt x="2482756" y="268786"/>
                  <a:pt x="2500189" y="263547"/>
                </a:cubicBezTo>
                <a:lnTo>
                  <a:pt x="2553172" y="255710"/>
                </a:lnTo>
                <a:lnTo>
                  <a:pt x="2594089" y="253351"/>
                </a:lnTo>
                <a:lnTo>
                  <a:pt x="2637277" y="260039"/>
                </a:lnTo>
                <a:cubicBezTo>
                  <a:pt x="2649282" y="260417"/>
                  <a:pt x="2652271" y="255211"/>
                  <a:pt x="2666118" y="255623"/>
                </a:cubicBezTo>
                <a:lnTo>
                  <a:pt x="2720359" y="262510"/>
                </a:lnTo>
                <a:lnTo>
                  <a:pt x="2799543" y="267835"/>
                </a:lnTo>
                <a:lnTo>
                  <a:pt x="2854155" y="274551"/>
                </a:lnTo>
                <a:lnTo>
                  <a:pt x="2864721" y="276822"/>
                </a:lnTo>
                <a:lnTo>
                  <a:pt x="3220117" y="264411"/>
                </a:lnTo>
                <a:lnTo>
                  <a:pt x="3246230" y="260548"/>
                </a:lnTo>
                <a:lnTo>
                  <a:pt x="3334781" y="260407"/>
                </a:lnTo>
                <a:lnTo>
                  <a:pt x="3347486" y="255944"/>
                </a:lnTo>
                <a:lnTo>
                  <a:pt x="3434099" y="256939"/>
                </a:lnTo>
                <a:cubicBezTo>
                  <a:pt x="3462714" y="255371"/>
                  <a:pt x="3512366" y="254534"/>
                  <a:pt x="3528723" y="250220"/>
                </a:cubicBezTo>
                <a:lnTo>
                  <a:pt x="3535478" y="240807"/>
                </a:lnTo>
                <a:lnTo>
                  <a:pt x="3556228" y="239277"/>
                </a:lnTo>
                <a:cubicBezTo>
                  <a:pt x="3557772" y="239926"/>
                  <a:pt x="3587707" y="238294"/>
                  <a:pt x="3588945" y="238310"/>
                </a:cubicBezTo>
                <a:lnTo>
                  <a:pt x="3662553" y="245371"/>
                </a:ln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163BA8B-9A73-44EA-9FA4-BD1D04E8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7355" y="3081675"/>
            <a:ext cx="10951269" cy="3801963"/>
          </a:xfrm>
          <a:custGeom>
            <a:avLst/>
            <a:gdLst>
              <a:gd name="connsiteX0" fmla="*/ 45157 w 10901897"/>
              <a:gd name="connsiteY0" fmla="*/ 0 h 7061024"/>
              <a:gd name="connsiteX1" fmla="*/ 10693358 w 10901897"/>
              <a:gd name="connsiteY1" fmla="*/ 0 h 7061024"/>
              <a:gd name="connsiteX2" fmla="*/ 10693358 w 10901897"/>
              <a:gd name="connsiteY2" fmla="*/ 668465 h 7061024"/>
              <a:gd name="connsiteX3" fmla="*/ 10697473 w 10901897"/>
              <a:gd name="connsiteY3" fmla="*/ 786257 h 7061024"/>
              <a:gd name="connsiteX4" fmla="*/ 10786370 w 10901897"/>
              <a:gd name="connsiteY4" fmla="*/ 3331041 h 7061024"/>
              <a:gd name="connsiteX5" fmla="*/ 10798579 w 10901897"/>
              <a:gd name="connsiteY5" fmla="*/ 3680661 h 7061024"/>
              <a:gd name="connsiteX6" fmla="*/ 10901717 w 10901897"/>
              <a:gd name="connsiteY6" fmla="*/ 6634146 h 7061024"/>
              <a:gd name="connsiteX7" fmla="*/ 10901714 w 10901897"/>
              <a:gd name="connsiteY7" fmla="*/ 6634151 h 7061024"/>
              <a:gd name="connsiteX8" fmla="*/ 10901897 w 10901897"/>
              <a:gd name="connsiteY8" fmla="*/ 6639306 h 7061024"/>
              <a:gd name="connsiteX9" fmla="*/ 10893816 w 10901897"/>
              <a:gd name="connsiteY9" fmla="*/ 6653302 h 7061024"/>
              <a:gd name="connsiteX10" fmla="*/ 10887323 w 10901897"/>
              <a:gd name="connsiteY10" fmla="*/ 6669040 h 7061024"/>
              <a:gd name="connsiteX11" fmla="*/ 10881845 w 10901897"/>
              <a:gd name="connsiteY11" fmla="*/ 6674030 h 7061024"/>
              <a:gd name="connsiteX12" fmla="*/ 10876220 w 10901897"/>
              <a:gd name="connsiteY12" fmla="*/ 6683770 h 7061024"/>
              <a:gd name="connsiteX13" fmla="*/ 10867702 w 10901897"/>
              <a:gd name="connsiteY13" fmla="*/ 6684062 h 7061024"/>
              <a:gd name="connsiteX14" fmla="*/ 10857541 w 10901897"/>
              <a:gd name="connsiteY14" fmla="*/ 6687722 h 7061024"/>
              <a:gd name="connsiteX15" fmla="*/ 10832053 w 10901897"/>
              <a:gd name="connsiteY15" fmla="*/ 6688612 h 7061024"/>
              <a:gd name="connsiteX16" fmla="*/ 10831546 w 10901897"/>
              <a:gd name="connsiteY16" fmla="*/ 6689818 h 7061024"/>
              <a:gd name="connsiteX17" fmla="*/ 10791337 w 10901897"/>
              <a:gd name="connsiteY17" fmla="*/ 6718441 h 7061024"/>
              <a:gd name="connsiteX18" fmla="*/ 10711793 w 10901897"/>
              <a:gd name="connsiteY18" fmla="*/ 6692811 h 7061024"/>
              <a:gd name="connsiteX19" fmla="*/ 9935449 w 10901897"/>
              <a:gd name="connsiteY19" fmla="*/ 6719922 h 7061024"/>
              <a:gd name="connsiteX20" fmla="*/ 9922087 w 10901897"/>
              <a:gd name="connsiteY20" fmla="*/ 6724577 h 7061024"/>
              <a:gd name="connsiteX21" fmla="*/ 9889965 w 10901897"/>
              <a:gd name="connsiteY21" fmla="*/ 6729905 h 7061024"/>
              <a:gd name="connsiteX22" fmla="*/ 9757415 w 10901897"/>
              <a:gd name="connsiteY22" fmla="*/ 6735503 h 7061024"/>
              <a:gd name="connsiteX23" fmla="*/ 9679337 w 10901897"/>
              <a:gd name="connsiteY23" fmla="*/ 6742897 h 7061024"/>
              <a:gd name="connsiteX24" fmla="*/ 9651603 w 10901897"/>
              <a:gd name="connsiteY24" fmla="*/ 6752061 h 7061024"/>
              <a:gd name="connsiteX25" fmla="*/ 9611575 w 10901897"/>
              <a:gd name="connsiteY25" fmla="*/ 6760584 h 7061024"/>
              <a:gd name="connsiteX26" fmla="*/ 9542424 w 10901897"/>
              <a:gd name="connsiteY26" fmla="*/ 6780548 h 7061024"/>
              <a:gd name="connsiteX27" fmla="*/ 9475463 w 10901897"/>
              <a:gd name="connsiteY27" fmla="*/ 6790453 h 7061024"/>
              <a:gd name="connsiteX28" fmla="*/ 9430317 w 10901897"/>
              <a:gd name="connsiteY28" fmla="*/ 6793495 h 7061024"/>
              <a:gd name="connsiteX29" fmla="*/ 9423751 w 10901897"/>
              <a:gd name="connsiteY29" fmla="*/ 6793435 h 7061024"/>
              <a:gd name="connsiteX30" fmla="*/ 9369168 w 10901897"/>
              <a:gd name="connsiteY30" fmla="*/ 6784983 h 7061024"/>
              <a:gd name="connsiteX31" fmla="*/ 9364297 w 10901897"/>
              <a:gd name="connsiteY31" fmla="*/ 6790369 h 7061024"/>
              <a:gd name="connsiteX32" fmla="*/ 9347493 w 10901897"/>
              <a:gd name="connsiteY32" fmla="*/ 6796274 h 7061024"/>
              <a:gd name="connsiteX33" fmla="*/ 9332718 w 10901897"/>
              <a:gd name="connsiteY33" fmla="*/ 6790564 h 7061024"/>
              <a:gd name="connsiteX34" fmla="*/ 9264167 w 10901897"/>
              <a:gd name="connsiteY34" fmla="*/ 6781860 h 7061024"/>
              <a:gd name="connsiteX35" fmla="*/ 9164094 w 10901897"/>
              <a:gd name="connsiteY35" fmla="*/ 6775130 h 7061024"/>
              <a:gd name="connsiteX36" fmla="*/ 9148800 w 10901897"/>
              <a:gd name="connsiteY36" fmla="*/ 6769262 h 7061024"/>
              <a:gd name="connsiteX37" fmla="*/ 9050458 w 10901897"/>
              <a:gd name="connsiteY37" fmla="*/ 6757050 h 7061024"/>
              <a:gd name="connsiteX38" fmla="*/ 8999058 w 10901897"/>
              <a:gd name="connsiteY38" fmla="*/ 6756427 h 7061024"/>
              <a:gd name="connsiteX39" fmla="*/ 8993554 w 10901897"/>
              <a:gd name="connsiteY39" fmla="*/ 6762470 h 7061024"/>
              <a:gd name="connsiteX40" fmla="*/ 8978351 w 10901897"/>
              <a:gd name="connsiteY40" fmla="*/ 6761457 h 7061024"/>
              <a:gd name="connsiteX41" fmla="*/ 8974307 w 10901897"/>
              <a:gd name="connsiteY41" fmla="*/ 6762468 h 7061024"/>
              <a:gd name="connsiteX42" fmla="*/ 8951126 w 10901897"/>
              <a:gd name="connsiteY42" fmla="*/ 6766987 h 7061024"/>
              <a:gd name="connsiteX43" fmla="*/ 8946415 w 10901897"/>
              <a:gd name="connsiteY43" fmla="*/ 6756038 h 7061024"/>
              <a:gd name="connsiteX44" fmla="*/ 8939487 w 10901897"/>
              <a:gd name="connsiteY44" fmla="*/ 6754702 h 7061024"/>
              <a:gd name="connsiteX45" fmla="*/ 8687743 w 10901897"/>
              <a:gd name="connsiteY45" fmla="*/ 6763493 h 7061024"/>
              <a:gd name="connsiteX46" fmla="*/ 8666518 w 10901897"/>
              <a:gd name="connsiteY46" fmla="*/ 6774433 h 7061024"/>
              <a:gd name="connsiteX47" fmla="*/ 8599556 w 10901897"/>
              <a:gd name="connsiteY47" fmla="*/ 6784339 h 7061024"/>
              <a:gd name="connsiteX48" fmla="*/ 8554411 w 10901897"/>
              <a:gd name="connsiteY48" fmla="*/ 6787381 h 7061024"/>
              <a:gd name="connsiteX49" fmla="*/ 8547844 w 10901897"/>
              <a:gd name="connsiteY49" fmla="*/ 6787320 h 7061024"/>
              <a:gd name="connsiteX50" fmla="*/ 8493261 w 10901897"/>
              <a:gd name="connsiteY50" fmla="*/ 6778868 h 7061024"/>
              <a:gd name="connsiteX51" fmla="*/ 8488390 w 10901897"/>
              <a:gd name="connsiteY51" fmla="*/ 6784255 h 7061024"/>
              <a:gd name="connsiteX52" fmla="*/ 8471586 w 10901897"/>
              <a:gd name="connsiteY52" fmla="*/ 6790159 h 7061024"/>
              <a:gd name="connsiteX53" fmla="*/ 8456812 w 10901897"/>
              <a:gd name="connsiteY53" fmla="*/ 6784450 h 7061024"/>
              <a:gd name="connsiteX54" fmla="*/ 8388259 w 10901897"/>
              <a:gd name="connsiteY54" fmla="*/ 6775746 h 7061024"/>
              <a:gd name="connsiteX55" fmla="*/ 8370697 w 10901897"/>
              <a:gd name="connsiteY55" fmla="*/ 6774564 h 7061024"/>
              <a:gd name="connsiteX56" fmla="*/ 7639559 w 10901897"/>
              <a:gd name="connsiteY56" fmla="*/ 6800096 h 7061024"/>
              <a:gd name="connsiteX57" fmla="*/ 7007522 w 10901897"/>
              <a:gd name="connsiteY57" fmla="*/ 6822167 h 7061024"/>
              <a:gd name="connsiteX58" fmla="*/ 6591224 w 10901897"/>
              <a:gd name="connsiteY58" fmla="*/ 6836705 h 7061024"/>
              <a:gd name="connsiteX59" fmla="*/ 6557964 w 10901897"/>
              <a:gd name="connsiteY59" fmla="*/ 6838046 h 7061024"/>
              <a:gd name="connsiteX60" fmla="*/ 6355814 w 10901897"/>
              <a:gd name="connsiteY60" fmla="*/ 6845191 h 7061024"/>
              <a:gd name="connsiteX61" fmla="*/ 6354404 w 10901897"/>
              <a:gd name="connsiteY61" fmla="*/ 6844975 h 7061024"/>
              <a:gd name="connsiteX62" fmla="*/ 4018045 w 10901897"/>
              <a:gd name="connsiteY62" fmla="*/ 6926562 h 7061024"/>
              <a:gd name="connsiteX63" fmla="*/ 168026 w 10901897"/>
              <a:gd name="connsiteY63" fmla="*/ 7061008 h 7061024"/>
              <a:gd name="connsiteX64" fmla="*/ 130799 w 10901897"/>
              <a:gd name="connsiteY64" fmla="*/ 7021785 h 7061024"/>
              <a:gd name="connsiteX65" fmla="*/ 27661 w 10901897"/>
              <a:gd name="connsiteY65" fmla="*/ 4068301 h 7061024"/>
              <a:gd name="connsiteX66" fmla="*/ 15046 w 10901897"/>
              <a:gd name="connsiteY66" fmla="*/ 3707070 h 7061024"/>
              <a:gd name="connsiteX67" fmla="*/ 0 w 10901897"/>
              <a:gd name="connsiteY67" fmla="*/ 3276202 h 7061024"/>
              <a:gd name="connsiteX68" fmla="*/ 0 w 10901897"/>
              <a:gd name="connsiteY68" fmla="*/ 710101 h 7061024"/>
              <a:gd name="connsiteX69" fmla="*/ 45157 w 10901897"/>
              <a:gd name="connsiteY69" fmla="*/ 708524 h 7061024"/>
              <a:gd name="connsiteX0" fmla="*/ 45157 w 10901897"/>
              <a:gd name="connsiteY0" fmla="*/ 708524 h 7061024"/>
              <a:gd name="connsiteX1" fmla="*/ 10693358 w 10901897"/>
              <a:gd name="connsiteY1" fmla="*/ 0 h 7061024"/>
              <a:gd name="connsiteX2" fmla="*/ 10693358 w 10901897"/>
              <a:gd name="connsiteY2" fmla="*/ 668465 h 7061024"/>
              <a:gd name="connsiteX3" fmla="*/ 10697473 w 10901897"/>
              <a:gd name="connsiteY3" fmla="*/ 786257 h 7061024"/>
              <a:gd name="connsiteX4" fmla="*/ 10786370 w 10901897"/>
              <a:gd name="connsiteY4" fmla="*/ 3331041 h 7061024"/>
              <a:gd name="connsiteX5" fmla="*/ 10798579 w 10901897"/>
              <a:gd name="connsiteY5" fmla="*/ 3680661 h 7061024"/>
              <a:gd name="connsiteX6" fmla="*/ 10901717 w 10901897"/>
              <a:gd name="connsiteY6" fmla="*/ 6634146 h 7061024"/>
              <a:gd name="connsiteX7" fmla="*/ 10901714 w 10901897"/>
              <a:gd name="connsiteY7" fmla="*/ 6634151 h 7061024"/>
              <a:gd name="connsiteX8" fmla="*/ 10901897 w 10901897"/>
              <a:gd name="connsiteY8" fmla="*/ 6639306 h 7061024"/>
              <a:gd name="connsiteX9" fmla="*/ 10893816 w 10901897"/>
              <a:gd name="connsiteY9" fmla="*/ 6653302 h 7061024"/>
              <a:gd name="connsiteX10" fmla="*/ 10887323 w 10901897"/>
              <a:gd name="connsiteY10" fmla="*/ 6669040 h 7061024"/>
              <a:gd name="connsiteX11" fmla="*/ 10881845 w 10901897"/>
              <a:gd name="connsiteY11" fmla="*/ 6674030 h 7061024"/>
              <a:gd name="connsiteX12" fmla="*/ 10876220 w 10901897"/>
              <a:gd name="connsiteY12" fmla="*/ 6683770 h 7061024"/>
              <a:gd name="connsiteX13" fmla="*/ 10867702 w 10901897"/>
              <a:gd name="connsiteY13" fmla="*/ 6684062 h 7061024"/>
              <a:gd name="connsiteX14" fmla="*/ 10857541 w 10901897"/>
              <a:gd name="connsiteY14" fmla="*/ 6687722 h 7061024"/>
              <a:gd name="connsiteX15" fmla="*/ 10832053 w 10901897"/>
              <a:gd name="connsiteY15" fmla="*/ 6688612 h 7061024"/>
              <a:gd name="connsiteX16" fmla="*/ 10831546 w 10901897"/>
              <a:gd name="connsiteY16" fmla="*/ 6689818 h 7061024"/>
              <a:gd name="connsiteX17" fmla="*/ 10791337 w 10901897"/>
              <a:gd name="connsiteY17" fmla="*/ 6718441 h 7061024"/>
              <a:gd name="connsiteX18" fmla="*/ 10711793 w 10901897"/>
              <a:gd name="connsiteY18" fmla="*/ 6692811 h 7061024"/>
              <a:gd name="connsiteX19" fmla="*/ 9935449 w 10901897"/>
              <a:gd name="connsiteY19" fmla="*/ 6719922 h 7061024"/>
              <a:gd name="connsiteX20" fmla="*/ 9922087 w 10901897"/>
              <a:gd name="connsiteY20" fmla="*/ 6724577 h 7061024"/>
              <a:gd name="connsiteX21" fmla="*/ 9889965 w 10901897"/>
              <a:gd name="connsiteY21" fmla="*/ 6729905 h 7061024"/>
              <a:gd name="connsiteX22" fmla="*/ 9757415 w 10901897"/>
              <a:gd name="connsiteY22" fmla="*/ 6735503 h 7061024"/>
              <a:gd name="connsiteX23" fmla="*/ 9679337 w 10901897"/>
              <a:gd name="connsiteY23" fmla="*/ 6742897 h 7061024"/>
              <a:gd name="connsiteX24" fmla="*/ 9651603 w 10901897"/>
              <a:gd name="connsiteY24" fmla="*/ 6752061 h 7061024"/>
              <a:gd name="connsiteX25" fmla="*/ 9611575 w 10901897"/>
              <a:gd name="connsiteY25" fmla="*/ 6760584 h 7061024"/>
              <a:gd name="connsiteX26" fmla="*/ 9542424 w 10901897"/>
              <a:gd name="connsiteY26" fmla="*/ 6780548 h 7061024"/>
              <a:gd name="connsiteX27" fmla="*/ 9475463 w 10901897"/>
              <a:gd name="connsiteY27" fmla="*/ 6790453 h 7061024"/>
              <a:gd name="connsiteX28" fmla="*/ 9430317 w 10901897"/>
              <a:gd name="connsiteY28" fmla="*/ 6793495 h 7061024"/>
              <a:gd name="connsiteX29" fmla="*/ 9423751 w 10901897"/>
              <a:gd name="connsiteY29" fmla="*/ 6793435 h 7061024"/>
              <a:gd name="connsiteX30" fmla="*/ 9369168 w 10901897"/>
              <a:gd name="connsiteY30" fmla="*/ 6784983 h 7061024"/>
              <a:gd name="connsiteX31" fmla="*/ 9364297 w 10901897"/>
              <a:gd name="connsiteY31" fmla="*/ 6790369 h 7061024"/>
              <a:gd name="connsiteX32" fmla="*/ 9347493 w 10901897"/>
              <a:gd name="connsiteY32" fmla="*/ 6796274 h 7061024"/>
              <a:gd name="connsiteX33" fmla="*/ 9332718 w 10901897"/>
              <a:gd name="connsiteY33" fmla="*/ 6790564 h 7061024"/>
              <a:gd name="connsiteX34" fmla="*/ 9264167 w 10901897"/>
              <a:gd name="connsiteY34" fmla="*/ 6781860 h 7061024"/>
              <a:gd name="connsiteX35" fmla="*/ 9164094 w 10901897"/>
              <a:gd name="connsiteY35" fmla="*/ 6775130 h 7061024"/>
              <a:gd name="connsiteX36" fmla="*/ 9148800 w 10901897"/>
              <a:gd name="connsiteY36" fmla="*/ 6769262 h 7061024"/>
              <a:gd name="connsiteX37" fmla="*/ 9050458 w 10901897"/>
              <a:gd name="connsiteY37" fmla="*/ 6757050 h 7061024"/>
              <a:gd name="connsiteX38" fmla="*/ 8999058 w 10901897"/>
              <a:gd name="connsiteY38" fmla="*/ 6756427 h 7061024"/>
              <a:gd name="connsiteX39" fmla="*/ 8993554 w 10901897"/>
              <a:gd name="connsiteY39" fmla="*/ 6762470 h 7061024"/>
              <a:gd name="connsiteX40" fmla="*/ 8978351 w 10901897"/>
              <a:gd name="connsiteY40" fmla="*/ 6761457 h 7061024"/>
              <a:gd name="connsiteX41" fmla="*/ 8974307 w 10901897"/>
              <a:gd name="connsiteY41" fmla="*/ 6762468 h 7061024"/>
              <a:gd name="connsiteX42" fmla="*/ 8951126 w 10901897"/>
              <a:gd name="connsiteY42" fmla="*/ 6766987 h 7061024"/>
              <a:gd name="connsiteX43" fmla="*/ 8946415 w 10901897"/>
              <a:gd name="connsiteY43" fmla="*/ 6756038 h 7061024"/>
              <a:gd name="connsiteX44" fmla="*/ 8939487 w 10901897"/>
              <a:gd name="connsiteY44" fmla="*/ 6754702 h 7061024"/>
              <a:gd name="connsiteX45" fmla="*/ 8687743 w 10901897"/>
              <a:gd name="connsiteY45" fmla="*/ 6763493 h 7061024"/>
              <a:gd name="connsiteX46" fmla="*/ 8666518 w 10901897"/>
              <a:gd name="connsiteY46" fmla="*/ 6774433 h 7061024"/>
              <a:gd name="connsiteX47" fmla="*/ 8599556 w 10901897"/>
              <a:gd name="connsiteY47" fmla="*/ 6784339 h 7061024"/>
              <a:gd name="connsiteX48" fmla="*/ 8554411 w 10901897"/>
              <a:gd name="connsiteY48" fmla="*/ 6787381 h 7061024"/>
              <a:gd name="connsiteX49" fmla="*/ 8547844 w 10901897"/>
              <a:gd name="connsiteY49" fmla="*/ 6787320 h 7061024"/>
              <a:gd name="connsiteX50" fmla="*/ 8493261 w 10901897"/>
              <a:gd name="connsiteY50" fmla="*/ 6778868 h 7061024"/>
              <a:gd name="connsiteX51" fmla="*/ 8488390 w 10901897"/>
              <a:gd name="connsiteY51" fmla="*/ 6784255 h 7061024"/>
              <a:gd name="connsiteX52" fmla="*/ 8471586 w 10901897"/>
              <a:gd name="connsiteY52" fmla="*/ 6790159 h 7061024"/>
              <a:gd name="connsiteX53" fmla="*/ 8456812 w 10901897"/>
              <a:gd name="connsiteY53" fmla="*/ 6784450 h 7061024"/>
              <a:gd name="connsiteX54" fmla="*/ 8388259 w 10901897"/>
              <a:gd name="connsiteY54" fmla="*/ 6775746 h 7061024"/>
              <a:gd name="connsiteX55" fmla="*/ 8370697 w 10901897"/>
              <a:gd name="connsiteY55" fmla="*/ 6774564 h 7061024"/>
              <a:gd name="connsiteX56" fmla="*/ 7639559 w 10901897"/>
              <a:gd name="connsiteY56" fmla="*/ 6800096 h 7061024"/>
              <a:gd name="connsiteX57" fmla="*/ 7007522 w 10901897"/>
              <a:gd name="connsiteY57" fmla="*/ 6822167 h 7061024"/>
              <a:gd name="connsiteX58" fmla="*/ 6591224 w 10901897"/>
              <a:gd name="connsiteY58" fmla="*/ 6836705 h 7061024"/>
              <a:gd name="connsiteX59" fmla="*/ 6557964 w 10901897"/>
              <a:gd name="connsiteY59" fmla="*/ 6838046 h 7061024"/>
              <a:gd name="connsiteX60" fmla="*/ 6355814 w 10901897"/>
              <a:gd name="connsiteY60" fmla="*/ 6845191 h 7061024"/>
              <a:gd name="connsiteX61" fmla="*/ 6354404 w 10901897"/>
              <a:gd name="connsiteY61" fmla="*/ 6844975 h 7061024"/>
              <a:gd name="connsiteX62" fmla="*/ 4018045 w 10901897"/>
              <a:gd name="connsiteY62" fmla="*/ 6926562 h 7061024"/>
              <a:gd name="connsiteX63" fmla="*/ 168026 w 10901897"/>
              <a:gd name="connsiteY63" fmla="*/ 7061008 h 7061024"/>
              <a:gd name="connsiteX64" fmla="*/ 130799 w 10901897"/>
              <a:gd name="connsiteY64" fmla="*/ 7021785 h 7061024"/>
              <a:gd name="connsiteX65" fmla="*/ 27661 w 10901897"/>
              <a:gd name="connsiteY65" fmla="*/ 4068301 h 7061024"/>
              <a:gd name="connsiteX66" fmla="*/ 15046 w 10901897"/>
              <a:gd name="connsiteY66" fmla="*/ 3707070 h 7061024"/>
              <a:gd name="connsiteX67" fmla="*/ 0 w 10901897"/>
              <a:gd name="connsiteY67" fmla="*/ 3276202 h 7061024"/>
              <a:gd name="connsiteX68" fmla="*/ 0 w 10901897"/>
              <a:gd name="connsiteY68" fmla="*/ 710101 h 7061024"/>
              <a:gd name="connsiteX69" fmla="*/ 45157 w 10901897"/>
              <a:gd name="connsiteY69" fmla="*/ 708524 h 7061024"/>
              <a:gd name="connsiteX0" fmla="*/ 0 w 10901897"/>
              <a:gd name="connsiteY0" fmla="*/ 710101 h 7061024"/>
              <a:gd name="connsiteX1" fmla="*/ 10693358 w 10901897"/>
              <a:gd name="connsiteY1" fmla="*/ 0 h 7061024"/>
              <a:gd name="connsiteX2" fmla="*/ 10693358 w 10901897"/>
              <a:gd name="connsiteY2" fmla="*/ 668465 h 7061024"/>
              <a:gd name="connsiteX3" fmla="*/ 10697473 w 10901897"/>
              <a:gd name="connsiteY3" fmla="*/ 786257 h 7061024"/>
              <a:gd name="connsiteX4" fmla="*/ 10786370 w 10901897"/>
              <a:gd name="connsiteY4" fmla="*/ 3331041 h 7061024"/>
              <a:gd name="connsiteX5" fmla="*/ 10798579 w 10901897"/>
              <a:gd name="connsiteY5" fmla="*/ 3680661 h 7061024"/>
              <a:gd name="connsiteX6" fmla="*/ 10901717 w 10901897"/>
              <a:gd name="connsiteY6" fmla="*/ 6634146 h 7061024"/>
              <a:gd name="connsiteX7" fmla="*/ 10901714 w 10901897"/>
              <a:gd name="connsiteY7" fmla="*/ 6634151 h 7061024"/>
              <a:gd name="connsiteX8" fmla="*/ 10901897 w 10901897"/>
              <a:gd name="connsiteY8" fmla="*/ 6639306 h 7061024"/>
              <a:gd name="connsiteX9" fmla="*/ 10893816 w 10901897"/>
              <a:gd name="connsiteY9" fmla="*/ 6653302 h 7061024"/>
              <a:gd name="connsiteX10" fmla="*/ 10887323 w 10901897"/>
              <a:gd name="connsiteY10" fmla="*/ 6669040 h 7061024"/>
              <a:gd name="connsiteX11" fmla="*/ 10881845 w 10901897"/>
              <a:gd name="connsiteY11" fmla="*/ 6674030 h 7061024"/>
              <a:gd name="connsiteX12" fmla="*/ 10876220 w 10901897"/>
              <a:gd name="connsiteY12" fmla="*/ 6683770 h 7061024"/>
              <a:gd name="connsiteX13" fmla="*/ 10867702 w 10901897"/>
              <a:gd name="connsiteY13" fmla="*/ 6684062 h 7061024"/>
              <a:gd name="connsiteX14" fmla="*/ 10857541 w 10901897"/>
              <a:gd name="connsiteY14" fmla="*/ 6687722 h 7061024"/>
              <a:gd name="connsiteX15" fmla="*/ 10832053 w 10901897"/>
              <a:gd name="connsiteY15" fmla="*/ 6688612 h 7061024"/>
              <a:gd name="connsiteX16" fmla="*/ 10831546 w 10901897"/>
              <a:gd name="connsiteY16" fmla="*/ 6689818 h 7061024"/>
              <a:gd name="connsiteX17" fmla="*/ 10791337 w 10901897"/>
              <a:gd name="connsiteY17" fmla="*/ 6718441 h 7061024"/>
              <a:gd name="connsiteX18" fmla="*/ 10711793 w 10901897"/>
              <a:gd name="connsiteY18" fmla="*/ 6692811 h 7061024"/>
              <a:gd name="connsiteX19" fmla="*/ 9935449 w 10901897"/>
              <a:gd name="connsiteY19" fmla="*/ 6719922 h 7061024"/>
              <a:gd name="connsiteX20" fmla="*/ 9922087 w 10901897"/>
              <a:gd name="connsiteY20" fmla="*/ 6724577 h 7061024"/>
              <a:gd name="connsiteX21" fmla="*/ 9889965 w 10901897"/>
              <a:gd name="connsiteY21" fmla="*/ 6729905 h 7061024"/>
              <a:gd name="connsiteX22" fmla="*/ 9757415 w 10901897"/>
              <a:gd name="connsiteY22" fmla="*/ 6735503 h 7061024"/>
              <a:gd name="connsiteX23" fmla="*/ 9679337 w 10901897"/>
              <a:gd name="connsiteY23" fmla="*/ 6742897 h 7061024"/>
              <a:gd name="connsiteX24" fmla="*/ 9651603 w 10901897"/>
              <a:gd name="connsiteY24" fmla="*/ 6752061 h 7061024"/>
              <a:gd name="connsiteX25" fmla="*/ 9611575 w 10901897"/>
              <a:gd name="connsiteY25" fmla="*/ 6760584 h 7061024"/>
              <a:gd name="connsiteX26" fmla="*/ 9542424 w 10901897"/>
              <a:gd name="connsiteY26" fmla="*/ 6780548 h 7061024"/>
              <a:gd name="connsiteX27" fmla="*/ 9475463 w 10901897"/>
              <a:gd name="connsiteY27" fmla="*/ 6790453 h 7061024"/>
              <a:gd name="connsiteX28" fmla="*/ 9430317 w 10901897"/>
              <a:gd name="connsiteY28" fmla="*/ 6793495 h 7061024"/>
              <a:gd name="connsiteX29" fmla="*/ 9423751 w 10901897"/>
              <a:gd name="connsiteY29" fmla="*/ 6793435 h 7061024"/>
              <a:gd name="connsiteX30" fmla="*/ 9369168 w 10901897"/>
              <a:gd name="connsiteY30" fmla="*/ 6784983 h 7061024"/>
              <a:gd name="connsiteX31" fmla="*/ 9364297 w 10901897"/>
              <a:gd name="connsiteY31" fmla="*/ 6790369 h 7061024"/>
              <a:gd name="connsiteX32" fmla="*/ 9347493 w 10901897"/>
              <a:gd name="connsiteY32" fmla="*/ 6796274 h 7061024"/>
              <a:gd name="connsiteX33" fmla="*/ 9332718 w 10901897"/>
              <a:gd name="connsiteY33" fmla="*/ 6790564 h 7061024"/>
              <a:gd name="connsiteX34" fmla="*/ 9264167 w 10901897"/>
              <a:gd name="connsiteY34" fmla="*/ 6781860 h 7061024"/>
              <a:gd name="connsiteX35" fmla="*/ 9164094 w 10901897"/>
              <a:gd name="connsiteY35" fmla="*/ 6775130 h 7061024"/>
              <a:gd name="connsiteX36" fmla="*/ 9148800 w 10901897"/>
              <a:gd name="connsiteY36" fmla="*/ 6769262 h 7061024"/>
              <a:gd name="connsiteX37" fmla="*/ 9050458 w 10901897"/>
              <a:gd name="connsiteY37" fmla="*/ 6757050 h 7061024"/>
              <a:gd name="connsiteX38" fmla="*/ 8999058 w 10901897"/>
              <a:gd name="connsiteY38" fmla="*/ 6756427 h 7061024"/>
              <a:gd name="connsiteX39" fmla="*/ 8993554 w 10901897"/>
              <a:gd name="connsiteY39" fmla="*/ 6762470 h 7061024"/>
              <a:gd name="connsiteX40" fmla="*/ 8978351 w 10901897"/>
              <a:gd name="connsiteY40" fmla="*/ 6761457 h 7061024"/>
              <a:gd name="connsiteX41" fmla="*/ 8974307 w 10901897"/>
              <a:gd name="connsiteY41" fmla="*/ 6762468 h 7061024"/>
              <a:gd name="connsiteX42" fmla="*/ 8951126 w 10901897"/>
              <a:gd name="connsiteY42" fmla="*/ 6766987 h 7061024"/>
              <a:gd name="connsiteX43" fmla="*/ 8946415 w 10901897"/>
              <a:gd name="connsiteY43" fmla="*/ 6756038 h 7061024"/>
              <a:gd name="connsiteX44" fmla="*/ 8939487 w 10901897"/>
              <a:gd name="connsiteY44" fmla="*/ 6754702 h 7061024"/>
              <a:gd name="connsiteX45" fmla="*/ 8687743 w 10901897"/>
              <a:gd name="connsiteY45" fmla="*/ 6763493 h 7061024"/>
              <a:gd name="connsiteX46" fmla="*/ 8666518 w 10901897"/>
              <a:gd name="connsiteY46" fmla="*/ 6774433 h 7061024"/>
              <a:gd name="connsiteX47" fmla="*/ 8599556 w 10901897"/>
              <a:gd name="connsiteY47" fmla="*/ 6784339 h 7061024"/>
              <a:gd name="connsiteX48" fmla="*/ 8554411 w 10901897"/>
              <a:gd name="connsiteY48" fmla="*/ 6787381 h 7061024"/>
              <a:gd name="connsiteX49" fmla="*/ 8547844 w 10901897"/>
              <a:gd name="connsiteY49" fmla="*/ 6787320 h 7061024"/>
              <a:gd name="connsiteX50" fmla="*/ 8493261 w 10901897"/>
              <a:gd name="connsiteY50" fmla="*/ 6778868 h 7061024"/>
              <a:gd name="connsiteX51" fmla="*/ 8488390 w 10901897"/>
              <a:gd name="connsiteY51" fmla="*/ 6784255 h 7061024"/>
              <a:gd name="connsiteX52" fmla="*/ 8471586 w 10901897"/>
              <a:gd name="connsiteY52" fmla="*/ 6790159 h 7061024"/>
              <a:gd name="connsiteX53" fmla="*/ 8456812 w 10901897"/>
              <a:gd name="connsiteY53" fmla="*/ 6784450 h 7061024"/>
              <a:gd name="connsiteX54" fmla="*/ 8388259 w 10901897"/>
              <a:gd name="connsiteY54" fmla="*/ 6775746 h 7061024"/>
              <a:gd name="connsiteX55" fmla="*/ 8370697 w 10901897"/>
              <a:gd name="connsiteY55" fmla="*/ 6774564 h 7061024"/>
              <a:gd name="connsiteX56" fmla="*/ 7639559 w 10901897"/>
              <a:gd name="connsiteY56" fmla="*/ 6800096 h 7061024"/>
              <a:gd name="connsiteX57" fmla="*/ 7007522 w 10901897"/>
              <a:gd name="connsiteY57" fmla="*/ 6822167 h 7061024"/>
              <a:gd name="connsiteX58" fmla="*/ 6591224 w 10901897"/>
              <a:gd name="connsiteY58" fmla="*/ 6836705 h 7061024"/>
              <a:gd name="connsiteX59" fmla="*/ 6557964 w 10901897"/>
              <a:gd name="connsiteY59" fmla="*/ 6838046 h 7061024"/>
              <a:gd name="connsiteX60" fmla="*/ 6355814 w 10901897"/>
              <a:gd name="connsiteY60" fmla="*/ 6845191 h 7061024"/>
              <a:gd name="connsiteX61" fmla="*/ 6354404 w 10901897"/>
              <a:gd name="connsiteY61" fmla="*/ 6844975 h 7061024"/>
              <a:gd name="connsiteX62" fmla="*/ 4018045 w 10901897"/>
              <a:gd name="connsiteY62" fmla="*/ 6926562 h 7061024"/>
              <a:gd name="connsiteX63" fmla="*/ 168026 w 10901897"/>
              <a:gd name="connsiteY63" fmla="*/ 7061008 h 7061024"/>
              <a:gd name="connsiteX64" fmla="*/ 130799 w 10901897"/>
              <a:gd name="connsiteY64" fmla="*/ 7021785 h 7061024"/>
              <a:gd name="connsiteX65" fmla="*/ 27661 w 10901897"/>
              <a:gd name="connsiteY65" fmla="*/ 4068301 h 7061024"/>
              <a:gd name="connsiteX66" fmla="*/ 15046 w 10901897"/>
              <a:gd name="connsiteY66" fmla="*/ 3707070 h 7061024"/>
              <a:gd name="connsiteX67" fmla="*/ 0 w 10901897"/>
              <a:gd name="connsiteY67" fmla="*/ 3276202 h 7061024"/>
              <a:gd name="connsiteX68" fmla="*/ 0 w 10901897"/>
              <a:gd name="connsiteY68" fmla="*/ 710101 h 7061024"/>
              <a:gd name="connsiteX0" fmla="*/ 0 w 10901897"/>
              <a:gd name="connsiteY0" fmla="*/ 41636 h 6392559"/>
              <a:gd name="connsiteX1" fmla="*/ 10693358 w 10901897"/>
              <a:gd name="connsiteY1" fmla="*/ 0 h 6392559"/>
              <a:gd name="connsiteX2" fmla="*/ 10697473 w 10901897"/>
              <a:gd name="connsiteY2" fmla="*/ 117792 h 6392559"/>
              <a:gd name="connsiteX3" fmla="*/ 10786370 w 10901897"/>
              <a:gd name="connsiteY3" fmla="*/ 2662576 h 6392559"/>
              <a:gd name="connsiteX4" fmla="*/ 10798579 w 10901897"/>
              <a:gd name="connsiteY4" fmla="*/ 3012196 h 6392559"/>
              <a:gd name="connsiteX5" fmla="*/ 10901717 w 10901897"/>
              <a:gd name="connsiteY5" fmla="*/ 5965681 h 6392559"/>
              <a:gd name="connsiteX6" fmla="*/ 10901714 w 10901897"/>
              <a:gd name="connsiteY6" fmla="*/ 5965686 h 6392559"/>
              <a:gd name="connsiteX7" fmla="*/ 10901897 w 10901897"/>
              <a:gd name="connsiteY7" fmla="*/ 5970841 h 6392559"/>
              <a:gd name="connsiteX8" fmla="*/ 10893816 w 10901897"/>
              <a:gd name="connsiteY8" fmla="*/ 5984837 h 6392559"/>
              <a:gd name="connsiteX9" fmla="*/ 10887323 w 10901897"/>
              <a:gd name="connsiteY9" fmla="*/ 6000575 h 6392559"/>
              <a:gd name="connsiteX10" fmla="*/ 10881845 w 10901897"/>
              <a:gd name="connsiteY10" fmla="*/ 6005565 h 6392559"/>
              <a:gd name="connsiteX11" fmla="*/ 10876220 w 10901897"/>
              <a:gd name="connsiteY11" fmla="*/ 6015305 h 6392559"/>
              <a:gd name="connsiteX12" fmla="*/ 10867702 w 10901897"/>
              <a:gd name="connsiteY12" fmla="*/ 6015597 h 6392559"/>
              <a:gd name="connsiteX13" fmla="*/ 10857541 w 10901897"/>
              <a:gd name="connsiteY13" fmla="*/ 6019257 h 6392559"/>
              <a:gd name="connsiteX14" fmla="*/ 10832053 w 10901897"/>
              <a:gd name="connsiteY14" fmla="*/ 6020147 h 6392559"/>
              <a:gd name="connsiteX15" fmla="*/ 10831546 w 10901897"/>
              <a:gd name="connsiteY15" fmla="*/ 6021353 h 6392559"/>
              <a:gd name="connsiteX16" fmla="*/ 10791337 w 10901897"/>
              <a:gd name="connsiteY16" fmla="*/ 6049976 h 6392559"/>
              <a:gd name="connsiteX17" fmla="*/ 10711793 w 10901897"/>
              <a:gd name="connsiteY17" fmla="*/ 6024346 h 6392559"/>
              <a:gd name="connsiteX18" fmla="*/ 9935449 w 10901897"/>
              <a:gd name="connsiteY18" fmla="*/ 6051457 h 6392559"/>
              <a:gd name="connsiteX19" fmla="*/ 9922087 w 10901897"/>
              <a:gd name="connsiteY19" fmla="*/ 6056112 h 6392559"/>
              <a:gd name="connsiteX20" fmla="*/ 9889965 w 10901897"/>
              <a:gd name="connsiteY20" fmla="*/ 6061440 h 6392559"/>
              <a:gd name="connsiteX21" fmla="*/ 9757415 w 10901897"/>
              <a:gd name="connsiteY21" fmla="*/ 6067038 h 6392559"/>
              <a:gd name="connsiteX22" fmla="*/ 9679337 w 10901897"/>
              <a:gd name="connsiteY22" fmla="*/ 6074432 h 6392559"/>
              <a:gd name="connsiteX23" fmla="*/ 9651603 w 10901897"/>
              <a:gd name="connsiteY23" fmla="*/ 6083596 h 6392559"/>
              <a:gd name="connsiteX24" fmla="*/ 9611575 w 10901897"/>
              <a:gd name="connsiteY24" fmla="*/ 6092119 h 6392559"/>
              <a:gd name="connsiteX25" fmla="*/ 9542424 w 10901897"/>
              <a:gd name="connsiteY25" fmla="*/ 6112083 h 6392559"/>
              <a:gd name="connsiteX26" fmla="*/ 9475463 w 10901897"/>
              <a:gd name="connsiteY26" fmla="*/ 6121988 h 6392559"/>
              <a:gd name="connsiteX27" fmla="*/ 9430317 w 10901897"/>
              <a:gd name="connsiteY27" fmla="*/ 6125030 h 6392559"/>
              <a:gd name="connsiteX28" fmla="*/ 9423751 w 10901897"/>
              <a:gd name="connsiteY28" fmla="*/ 6124970 h 6392559"/>
              <a:gd name="connsiteX29" fmla="*/ 9369168 w 10901897"/>
              <a:gd name="connsiteY29" fmla="*/ 6116518 h 6392559"/>
              <a:gd name="connsiteX30" fmla="*/ 9364297 w 10901897"/>
              <a:gd name="connsiteY30" fmla="*/ 6121904 h 6392559"/>
              <a:gd name="connsiteX31" fmla="*/ 9347493 w 10901897"/>
              <a:gd name="connsiteY31" fmla="*/ 6127809 h 6392559"/>
              <a:gd name="connsiteX32" fmla="*/ 9332718 w 10901897"/>
              <a:gd name="connsiteY32" fmla="*/ 6122099 h 6392559"/>
              <a:gd name="connsiteX33" fmla="*/ 9264167 w 10901897"/>
              <a:gd name="connsiteY33" fmla="*/ 6113395 h 6392559"/>
              <a:gd name="connsiteX34" fmla="*/ 9164094 w 10901897"/>
              <a:gd name="connsiteY34" fmla="*/ 6106665 h 6392559"/>
              <a:gd name="connsiteX35" fmla="*/ 9148800 w 10901897"/>
              <a:gd name="connsiteY35" fmla="*/ 6100797 h 6392559"/>
              <a:gd name="connsiteX36" fmla="*/ 9050458 w 10901897"/>
              <a:gd name="connsiteY36" fmla="*/ 6088585 h 6392559"/>
              <a:gd name="connsiteX37" fmla="*/ 8999058 w 10901897"/>
              <a:gd name="connsiteY37" fmla="*/ 6087962 h 6392559"/>
              <a:gd name="connsiteX38" fmla="*/ 8993554 w 10901897"/>
              <a:gd name="connsiteY38" fmla="*/ 6094005 h 6392559"/>
              <a:gd name="connsiteX39" fmla="*/ 8978351 w 10901897"/>
              <a:gd name="connsiteY39" fmla="*/ 6092992 h 6392559"/>
              <a:gd name="connsiteX40" fmla="*/ 8974307 w 10901897"/>
              <a:gd name="connsiteY40" fmla="*/ 6094003 h 6392559"/>
              <a:gd name="connsiteX41" fmla="*/ 8951126 w 10901897"/>
              <a:gd name="connsiteY41" fmla="*/ 6098522 h 6392559"/>
              <a:gd name="connsiteX42" fmla="*/ 8946415 w 10901897"/>
              <a:gd name="connsiteY42" fmla="*/ 6087573 h 6392559"/>
              <a:gd name="connsiteX43" fmla="*/ 8939487 w 10901897"/>
              <a:gd name="connsiteY43" fmla="*/ 6086237 h 6392559"/>
              <a:gd name="connsiteX44" fmla="*/ 8687743 w 10901897"/>
              <a:gd name="connsiteY44" fmla="*/ 6095028 h 6392559"/>
              <a:gd name="connsiteX45" fmla="*/ 8666518 w 10901897"/>
              <a:gd name="connsiteY45" fmla="*/ 6105968 h 6392559"/>
              <a:gd name="connsiteX46" fmla="*/ 8599556 w 10901897"/>
              <a:gd name="connsiteY46" fmla="*/ 6115874 h 6392559"/>
              <a:gd name="connsiteX47" fmla="*/ 8554411 w 10901897"/>
              <a:gd name="connsiteY47" fmla="*/ 6118916 h 6392559"/>
              <a:gd name="connsiteX48" fmla="*/ 8547844 w 10901897"/>
              <a:gd name="connsiteY48" fmla="*/ 6118855 h 6392559"/>
              <a:gd name="connsiteX49" fmla="*/ 8493261 w 10901897"/>
              <a:gd name="connsiteY49" fmla="*/ 6110403 h 6392559"/>
              <a:gd name="connsiteX50" fmla="*/ 8488390 w 10901897"/>
              <a:gd name="connsiteY50" fmla="*/ 6115790 h 6392559"/>
              <a:gd name="connsiteX51" fmla="*/ 8471586 w 10901897"/>
              <a:gd name="connsiteY51" fmla="*/ 6121694 h 6392559"/>
              <a:gd name="connsiteX52" fmla="*/ 8456812 w 10901897"/>
              <a:gd name="connsiteY52" fmla="*/ 6115985 h 6392559"/>
              <a:gd name="connsiteX53" fmla="*/ 8388259 w 10901897"/>
              <a:gd name="connsiteY53" fmla="*/ 6107281 h 6392559"/>
              <a:gd name="connsiteX54" fmla="*/ 8370697 w 10901897"/>
              <a:gd name="connsiteY54" fmla="*/ 6106099 h 6392559"/>
              <a:gd name="connsiteX55" fmla="*/ 7639559 w 10901897"/>
              <a:gd name="connsiteY55" fmla="*/ 6131631 h 6392559"/>
              <a:gd name="connsiteX56" fmla="*/ 7007522 w 10901897"/>
              <a:gd name="connsiteY56" fmla="*/ 6153702 h 6392559"/>
              <a:gd name="connsiteX57" fmla="*/ 6591224 w 10901897"/>
              <a:gd name="connsiteY57" fmla="*/ 6168240 h 6392559"/>
              <a:gd name="connsiteX58" fmla="*/ 6557964 w 10901897"/>
              <a:gd name="connsiteY58" fmla="*/ 6169581 h 6392559"/>
              <a:gd name="connsiteX59" fmla="*/ 6355814 w 10901897"/>
              <a:gd name="connsiteY59" fmla="*/ 6176726 h 6392559"/>
              <a:gd name="connsiteX60" fmla="*/ 6354404 w 10901897"/>
              <a:gd name="connsiteY60" fmla="*/ 6176510 h 6392559"/>
              <a:gd name="connsiteX61" fmla="*/ 4018045 w 10901897"/>
              <a:gd name="connsiteY61" fmla="*/ 6258097 h 6392559"/>
              <a:gd name="connsiteX62" fmla="*/ 168026 w 10901897"/>
              <a:gd name="connsiteY62" fmla="*/ 6392543 h 6392559"/>
              <a:gd name="connsiteX63" fmla="*/ 130799 w 10901897"/>
              <a:gd name="connsiteY63" fmla="*/ 6353320 h 6392559"/>
              <a:gd name="connsiteX64" fmla="*/ 27661 w 10901897"/>
              <a:gd name="connsiteY64" fmla="*/ 3399836 h 6392559"/>
              <a:gd name="connsiteX65" fmla="*/ 15046 w 10901897"/>
              <a:gd name="connsiteY65" fmla="*/ 3038605 h 6392559"/>
              <a:gd name="connsiteX66" fmla="*/ 0 w 10901897"/>
              <a:gd name="connsiteY66" fmla="*/ 2607737 h 6392559"/>
              <a:gd name="connsiteX67" fmla="*/ 0 w 10901897"/>
              <a:gd name="connsiteY67" fmla="*/ 41636 h 6392559"/>
              <a:gd name="connsiteX0" fmla="*/ 0 w 10901897"/>
              <a:gd name="connsiteY0" fmla="*/ 0 h 6350923"/>
              <a:gd name="connsiteX1" fmla="*/ 10697473 w 10901897"/>
              <a:gd name="connsiteY1" fmla="*/ 76156 h 6350923"/>
              <a:gd name="connsiteX2" fmla="*/ 10786370 w 10901897"/>
              <a:gd name="connsiteY2" fmla="*/ 2620940 h 6350923"/>
              <a:gd name="connsiteX3" fmla="*/ 10798579 w 10901897"/>
              <a:gd name="connsiteY3" fmla="*/ 2970560 h 6350923"/>
              <a:gd name="connsiteX4" fmla="*/ 10901717 w 10901897"/>
              <a:gd name="connsiteY4" fmla="*/ 5924045 h 6350923"/>
              <a:gd name="connsiteX5" fmla="*/ 10901714 w 10901897"/>
              <a:gd name="connsiteY5" fmla="*/ 5924050 h 6350923"/>
              <a:gd name="connsiteX6" fmla="*/ 10901897 w 10901897"/>
              <a:gd name="connsiteY6" fmla="*/ 5929205 h 6350923"/>
              <a:gd name="connsiteX7" fmla="*/ 10893816 w 10901897"/>
              <a:gd name="connsiteY7" fmla="*/ 5943201 h 6350923"/>
              <a:gd name="connsiteX8" fmla="*/ 10887323 w 10901897"/>
              <a:gd name="connsiteY8" fmla="*/ 5958939 h 6350923"/>
              <a:gd name="connsiteX9" fmla="*/ 10881845 w 10901897"/>
              <a:gd name="connsiteY9" fmla="*/ 5963929 h 6350923"/>
              <a:gd name="connsiteX10" fmla="*/ 10876220 w 10901897"/>
              <a:gd name="connsiteY10" fmla="*/ 5973669 h 6350923"/>
              <a:gd name="connsiteX11" fmla="*/ 10867702 w 10901897"/>
              <a:gd name="connsiteY11" fmla="*/ 5973961 h 6350923"/>
              <a:gd name="connsiteX12" fmla="*/ 10857541 w 10901897"/>
              <a:gd name="connsiteY12" fmla="*/ 5977621 h 6350923"/>
              <a:gd name="connsiteX13" fmla="*/ 10832053 w 10901897"/>
              <a:gd name="connsiteY13" fmla="*/ 5978511 h 6350923"/>
              <a:gd name="connsiteX14" fmla="*/ 10831546 w 10901897"/>
              <a:gd name="connsiteY14" fmla="*/ 5979717 h 6350923"/>
              <a:gd name="connsiteX15" fmla="*/ 10791337 w 10901897"/>
              <a:gd name="connsiteY15" fmla="*/ 6008340 h 6350923"/>
              <a:gd name="connsiteX16" fmla="*/ 10711793 w 10901897"/>
              <a:gd name="connsiteY16" fmla="*/ 5982710 h 6350923"/>
              <a:gd name="connsiteX17" fmla="*/ 9935449 w 10901897"/>
              <a:gd name="connsiteY17" fmla="*/ 6009821 h 6350923"/>
              <a:gd name="connsiteX18" fmla="*/ 9922087 w 10901897"/>
              <a:gd name="connsiteY18" fmla="*/ 6014476 h 6350923"/>
              <a:gd name="connsiteX19" fmla="*/ 9889965 w 10901897"/>
              <a:gd name="connsiteY19" fmla="*/ 6019804 h 6350923"/>
              <a:gd name="connsiteX20" fmla="*/ 9757415 w 10901897"/>
              <a:gd name="connsiteY20" fmla="*/ 6025402 h 6350923"/>
              <a:gd name="connsiteX21" fmla="*/ 9679337 w 10901897"/>
              <a:gd name="connsiteY21" fmla="*/ 6032796 h 6350923"/>
              <a:gd name="connsiteX22" fmla="*/ 9651603 w 10901897"/>
              <a:gd name="connsiteY22" fmla="*/ 6041960 h 6350923"/>
              <a:gd name="connsiteX23" fmla="*/ 9611575 w 10901897"/>
              <a:gd name="connsiteY23" fmla="*/ 6050483 h 6350923"/>
              <a:gd name="connsiteX24" fmla="*/ 9542424 w 10901897"/>
              <a:gd name="connsiteY24" fmla="*/ 6070447 h 6350923"/>
              <a:gd name="connsiteX25" fmla="*/ 9475463 w 10901897"/>
              <a:gd name="connsiteY25" fmla="*/ 6080352 h 6350923"/>
              <a:gd name="connsiteX26" fmla="*/ 9430317 w 10901897"/>
              <a:gd name="connsiteY26" fmla="*/ 6083394 h 6350923"/>
              <a:gd name="connsiteX27" fmla="*/ 9423751 w 10901897"/>
              <a:gd name="connsiteY27" fmla="*/ 6083334 h 6350923"/>
              <a:gd name="connsiteX28" fmla="*/ 9369168 w 10901897"/>
              <a:gd name="connsiteY28" fmla="*/ 6074882 h 6350923"/>
              <a:gd name="connsiteX29" fmla="*/ 9364297 w 10901897"/>
              <a:gd name="connsiteY29" fmla="*/ 6080268 h 6350923"/>
              <a:gd name="connsiteX30" fmla="*/ 9347493 w 10901897"/>
              <a:gd name="connsiteY30" fmla="*/ 6086173 h 6350923"/>
              <a:gd name="connsiteX31" fmla="*/ 9332718 w 10901897"/>
              <a:gd name="connsiteY31" fmla="*/ 6080463 h 6350923"/>
              <a:gd name="connsiteX32" fmla="*/ 9264167 w 10901897"/>
              <a:gd name="connsiteY32" fmla="*/ 6071759 h 6350923"/>
              <a:gd name="connsiteX33" fmla="*/ 9164094 w 10901897"/>
              <a:gd name="connsiteY33" fmla="*/ 6065029 h 6350923"/>
              <a:gd name="connsiteX34" fmla="*/ 9148800 w 10901897"/>
              <a:gd name="connsiteY34" fmla="*/ 6059161 h 6350923"/>
              <a:gd name="connsiteX35" fmla="*/ 9050458 w 10901897"/>
              <a:gd name="connsiteY35" fmla="*/ 6046949 h 6350923"/>
              <a:gd name="connsiteX36" fmla="*/ 8999058 w 10901897"/>
              <a:gd name="connsiteY36" fmla="*/ 6046326 h 6350923"/>
              <a:gd name="connsiteX37" fmla="*/ 8993554 w 10901897"/>
              <a:gd name="connsiteY37" fmla="*/ 6052369 h 6350923"/>
              <a:gd name="connsiteX38" fmla="*/ 8978351 w 10901897"/>
              <a:gd name="connsiteY38" fmla="*/ 6051356 h 6350923"/>
              <a:gd name="connsiteX39" fmla="*/ 8974307 w 10901897"/>
              <a:gd name="connsiteY39" fmla="*/ 6052367 h 6350923"/>
              <a:gd name="connsiteX40" fmla="*/ 8951126 w 10901897"/>
              <a:gd name="connsiteY40" fmla="*/ 6056886 h 6350923"/>
              <a:gd name="connsiteX41" fmla="*/ 8946415 w 10901897"/>
              <a:gd name="connsiteY41" fmla="*/ 6045937 h 6350923"/>
              <a:gd name="connsiteX42" fmla="*/ 8939487 w 10901897"/>
              <a:gd name="connsiteY42" fmla="*/ 6044601 h 6350923"/>
              <a:gd name="connsiteX43" fmla="*/ 8687743 w 10901897"/>
              <a:gd name="connsiteY43" fmla="*/ 6053392 h 6350923"/>
              <a:gd name="connsiteX44" fmla="*/ 8666518 w 10901897"/>
              <a:gd name="connsiteY44" fmla="*/ 6064332 h 6350923"/>
              <a:gd name="connsiteX45" fmla="*/ 8599556 w 10901897"/>
              <a:gd name="connsiteY45" fmla="*/ 6074238 h 6350923"/>
              <a:gd name="connsiteX46" fmla="*/ 8554411 w 10901897"/>
              <a:gd name="connsiteY46" fmla="*/ 6077280 h 6350923"/>
              <a:gd name="connsiteX47" fmla="*/ 8547844 w 10901897"/>
              <a:gd name="connsiteY47" fmla="*/ 6077219 h 6350923"/>
              <a:gd name="connsiteX48" fmla="*/ 8493261 w 10901897"/>
              <a:gd name="connsiteY48" fmla="*/ 6068767 h 6350923"/>
              <a:gd name="connsiteX49" fmla="*/ 8488390 w 10901897"/>
              <a:gd name="connsiteY49" fmla="*/ 6074154 h 6350923"/>
              <a:gd name="connsiteX50" fmla="*/ 8471586 w 10901897"/>
              <a:gd name="connsiteY50" fmla="*/ 6080058 h 6350923"/>
              <a:gd name="connsiteX51" fmla="*/ 8456812 w 10901897"/>
              <a:gd name="connsiteY51" fmla="*/ 6074349 h 6350923"/>
              <a:gd name="connsiteX52" fmla="*/ 8388259 w 10901897"/>
              <a:gd name="connsiteY52" fmla="*/ 6065645 h 6350923"/>
              <a:gd name="connsiteX53" fmla="*/ 8370697 w 10901897"/>
              <a:gd name="connsiteY53" fmla="*/ 6064463 h 6350923"/>
              <a:gd name="connsiteX54" fmla="*/ 7639559 w 10901897"/>
              <a:gd name="connsiteY54" fmla="*/ 6089995 h 6350923"/>
              <a:gd name="connsiteX55" fmla="*/ 7007522 w 10901897"/>
              <a:gd name="connsiteY55" fmla="*/ 6112066 h 6350923"/>
              <a:gd name="connsiteX56" fmla="*/ 6591224 w 10901897"/>
              <a:gd name="connsiteY56" fmla="*/ 6126604 h 6350923"/>
              <a:gd name="connsiteX57" fmla="*/ 6557964 w 10901897"/>
              <a:gd name="connsiteY57" fmla="*/ 6127945 h 6350923"/>
              <a:gd name="connsiteX58" fmla="*/ 6355814 w 10901897"/>
              <a:gd name="connsiteY58" fmla="*/ 6135090 h 6350923"/>
              <a:gd name="connsiteX59" fmla="*/ 6354404 w 10901897"/>
              <a:gd name="connsiteY59" fmla="*/ 6134874 h 6350923"/>
              <a:gd name="connsiteX60" fmla="*/ 4018045 w 10901897"/>
              <a:gd name="connsiteY60" fmla="*/ 6216461 h 6350923"/>
              <a:gd name="connsiteX61" fmla="*/ 168026 w 10901897"/>
              <a:gd name="connsiteY61" fmla="*/ 6350907 h 6350923"/>
              <a:gd name="connsiteX62" fmla="*/ 130799 w 10901897"/>
              <a:gd name="connsiteY62" fmla="*/ 6311684 h 6350923"/>
              <a:gd name="connsiteX63" fmla="*/ 27661 w 10901897"/>
              <a:gd name="connsiteY63" fmla="*/ 3358200 h 6350923"/>
              <a:gd name="connsiteX64" fmla="*/ 15046 w 10901897"/>
              <a:gd name="connsiteY64" fmla="*/ 2996969 h 6350923"/>
              <a:gd name="connsiteX65" fmla="*/ 0 w 10901897"/>
              <a:gd name="connsiteY65" fmla="*/ 2566101 h 6350923"/>
              <a:gd name="connsiteX66" fmla="*/ 0 w 10901897"/>
              <a:gd name="connsiteY66" fmla="*/ 0 h 6350923"/>
              <a:gd name="connsiteX0" fmla="*/ 0 w 10901897"/>
              <a:gd name="connsiteY0" fmla="*/ 0 h 6350923"/>
              <a:gd name="connsiteX1" fmla="*/ 10786370 w 10901897"/>
              <a:gd name="connsiteY1" fmla="*/ 2620940 h 6350923"/>
              <a:gd name="connsiteX2" fmla="*/ 10798579 w 10901897"/>
              <a:gd name="connsiteY2" fmla="*/ 2970560 h 6350923"/>
              <a:gd name="connsiteX3" fmla="*/ 10901717 w 10901897"/>
              <a:gd name="connsiteY3" fmla="*/ 5924045 h 6350923"/>
              <a:gd name="connsiteX4" fmla="*/ 10901714 w 10901897"/>
              <a:gd name="connsiteY4" fmla="*/ 5924050 h 6350923"/>
              <a:gd name="connsiteX5" fmla="*/ 10901897 w 10901897"/>
              <a:gd name="connsiteY5" fmla="*/ 5929205 h 6350923"/>
              <a:gd name="connsiteX6" fmla="*/ 10893816 w 10901897"/>
              <a:gd name="connsiteY6" fmla="*/ 5943201 h 6350923"/>
              <a:gd name="connsiteX7" fmla="*/ 10887323 w 10901897"/>
              <a:gd name="connsiteY7" fmla="*/ 5958939 h 6350923"/>
              <a:gd name="connsiteX8" fmla="*/ 10881845 w 10901897"/>
              <a:gd name="connsiteY8" fmla="*/ 5963929 h 6350923"/>
              <a:gd name="connsiteX9" fmla="*/ 10876220 w 10901897"/>
              <a:gd name="connsiteY9" fmla="*/ 5973669 h 6350923"/>
              <a:gd name="connsiteX10" fmla="*/ 10867702 w 10901897"/>
              <a:gd name="connsiteY10" fmla="*/ 5973961 h 6350923"/>
              <a:gd name="connsiteX11" fmla="*/ 10857541 w 10901897"/>
              <a:gd name="connsiteY11" fmla="*/ 5977621 h 6350923"/>
              <a:gd name="connsiteX12" fmla="*/ 10832053 w 10901897"/>
              <a:gd name="connsiteY12" fmla="*/ 5978511 h 6350923"/>
              <a:gd name="connsiteX13" fmla="*/ 10831546 w 10901897"/>
              <a:gd name="connsiteY13" fmla="*/ 5979717 h 6350923"/>
              <a:gd name="connsiteX14" fmla="*/ 10791337 w 10901897"/>
              <a:gd name="connsiteY14" fmla="*/ 6008340 h 6350923"/>
              <a:gd name="connsiteX15" fmla="*/ 10711793 w 10901897"/>
              <a:gd name="connsiteY15" fmla="*/ 5982710 h 6350923"/>
              <a:gd name="connsiteX16" fmla="*/ 9935449 w 10901897"/>
              <a:gd name="connsiteY16" fmla="*/ 6009821 h 6350923"/>
              <a:gd name="connsiteX17" fmla="*/ 9922087 w 10901897"/>
              <a:gd name="connsiteY17" fmla="*/ 6014476 h 6350923"/>
              <a:gd name="connsiteX18" fmla="*/ 9889965 w 10901897"/>
              <a:gd name="connsiteY18" fmla="*/ 6019804 h 6350923"/>
              <a:gd name="connsiteX19" fmla="*/ 9757415 w 10901897"/>
              <a:gd name="connsiteY19" fmla="*/ 6025402 h 6350923"/>
              <a:gd name="connsiteX20" fmla="*/ 9679337 w 10901897"/>
              <a:gd name="connsiteY20" fmla="*/ 6032796 h 6350923"/>
              <a:gd name="connsiteX21" fmla="*/ 9651603 w 10901897"/>
              <a:gd name="connsiteY21" fmla="*/ 6041960 h 6350923"/>
              <a:gd name="connsiteX22" fmla="*/ 9611575 w 10901897"/>
              <a:gd name="connsiteY22" fmla="*/ 6050483 h 6350923"/>
              <a:gd name="connsiteX23" fmla="*/ 9542424 w 10901897"/>
              <a:gd name="connsiteY23" fmla="*/ 6070447 h 6350923"/>
              <a:gd name="connsiteX24" fmla="*/ 9475463 w 10901897"/>
              <a:gd name="connsiteY24" fmla="*/ 6080352 h 6350923"/>
              <a:gd name="connsiteX25" fmla="*/ 9430317 w 10901897"/>
              <a:gd name="connsiteY25" fmla="*/ 6083394 h 6350923"/>
              <a:gd name="connsiteX26" fmla="*/ 9423751 w 10901897"/>
              <a:gd name="connsiteY26" fmla="*/ 6083334 h 6350923"/>
              <a:gd name="connsiteX27" fmla="*/ 9369168 w 10901897"/>
              <a:gd name="connsiteY27" fmla="*/ 6074882 h 6350923"/>
              <a:gd name="connsiteX28" fmla="*/ 9364297 w 10901897"/>
              <a:gd name="connsiteY28" fmla="*/ 6080268 h 6350923"/>
              <a:gd name="connsiteX29" fmla="*/ 9347493 w 10901897"/>
              <a:gd name="connsiteY29" fmla="*/ 6086173 h 6350923"/>
              <a:gd name="connsiteX30" fmla="*/ 9332718 w 10901897"/>
              <a:gd name="connsiteY30" fmla="*/ 6080463 h 6350923"/>
              <a:gd name="connsiteX31" fmla="*/ 9264167 w 10901897"/>
              <a:gd name="connsiteY31" fmla="*/ 6071759 h 6350923"/>
              <a:gd name="connsiteX32" fmla="*/ 9164094 w 10901897"/>
              <a:gd name="connsiteY32" fmla="*/ 6065029 h 6350923"/>
              <a:gd name="connsiteX33" fmla="*/ 9148800 w 10901897"/>
              <a:gd name="connsiteY33" fmla="*/ 6059161 h 6350923"/>
              <a:gd name="connsiteX34" fmla="*/ 9050458 w 10901897"/>
              <a:gd name="connsiteY34" fmla="*/ 6046949 h 6350923"/>
              <a:gd name="connsiteX35" fmla="*/ 8999058 w 10901897"/>
              <a:gd name="connsiteY35" fmla="*/ 6046326 h 6350923"/>
              <a:gd name="connsiteX36" fmla="*/ 8993554 w 10901897"/>
              <a:gd name="connsiteY36" fmla="*/ 6052369 h 6350923"/>
              <a:gd name="connsiteX37" fmla="*/ 8978351 w 10901897"/>
              <a:gd name="connsiteY37" fmla="*/ 6051356 h 6350923"/>
              <a:gd name="connsiteX38" fmla="*/ 8974307 w 10901897"/>
              <a:gd name="connsiteY38" fmla="*/ 6052367 h 6350923"/>
              <a:gd name="connsiteX39" fmla="*/ 8951126 w 10901897"/>
              <a:gd name="connsiteY39" fmla="*/ 6056886 h 6350923"/>
              <a:gd name="connsiteX40" fmla="*/ 8946415 w 10901897"/>
              <a:gd name="connsiteY40" fmla="*/ 6045937 h 6350923"/>
              <a:gd name="connsiteX41" fmla="*/ 8939487 w 10901897"/>
              <a:gd name="connsiteY41" fmla="*/ 6044601 h 6350923"/>
              <a:gd name="connsiteX42" fmla="*/ 8687743 w 10901897"/>
              <a:gd name="connsiteY42" fmla="*/ 6053392 h 6350923"/>
              <a:gd name="connsiteX43" fmla="*/ 8666518 w 10901897"/>
              <a:gd name="connsiteY43" fmla="*/ 6064332 h 6350923"/>
              <a:gd name="connsiteX44" fmla="*/ 8599556 w 10901897"/>
              <a:gd name="connsiteY44" fmla="*/ 6074238 h 6350923"/>
              <a:gd name="connsiteX45" fmla="*/ 8554411 w 10901897"/>
              <a:gd name="connsiteY45" fmla="*/ 6077280 h 6350923"/>
              <a:gd name="connsiteX46" fmla="*/ 8547844 w 10901897"/>
              <a:gd name="connsiteY46" fmla="*/ 6077219 h 6350923"/>
              <a:gd name="connsiteX47" fmla="*/ 8493261 w 10901897"/>
              <a:gd name="connsiteY47" fmla="*/ 6068767 h 6350923"/>
              <a:gd name="connsiteX48" fmla="*/ 8488390 w 10901897"/>
              <a:gd name="connsiteY48" fmla="*/ 6074154 h 6350923"/>
              <a:gd name="connsiteX49" fmla="*/ 8471586 w 10901897"/>
              <a:gd name="connsiteY49" fmla="*/ 6080058 h 6350923"/>
              <a:gd name="connsiteX50" fmla="*/ 8456812 w 10901897"/>
              <a:gd name="connsiteY50" fmla="*/ 6074349 h 6350923"/>
              <a:gd name="connsiteX51" fmla="*/ 8388259 w 10901897"/>
              <a:gd name="connsiteY51" fmla="*/ 6065645 h 6350923"/>
              <a:gd name="connsiteX52" fmla="*/ 8370697 w 10901897"/>
              <a:gd name="connsiteY52" fmla="*/ 6064463 h 6350923"/>
              <a:gd name="connsiteX53" fmla="*/ 7639559 w 10901897"/>
              <a:gd name="connsiteY53" fmla="*/ 6089995 h 6350923"/>
              <a:gd name="connsiteX54" fmla="*/ 7007522 w 10901897"/>
              <a:gd name="connsiteY54" fmla="*/ 6112066 h 6350923"/>
              <a:gd name="connsiteX55" fmla="*/ 6591224 w 10901897"/>
              <a:gd name="connsiteY55" fmla="*/ 6126604 h 6350923"/>
              <a:gd name="connsiteX56" fmla="*/ 6557964 w 10901897"/>
              <a:gd name="connsiteY56" fmla="*/ 6127945 h 6350923"/>
              <a:gd name="connsiteX57" fmla="*/ 6355814 w 10901897"/>
              <a:gd name="connsiteY57" fmla="*/ 6135090 h 6350923"/>
              <a:gd name="connsiteX58" fmla="*/ 6354404 w 10901897"/>
              <a:gd name="connsiteY58" fmla="*/ 6134874 h 6350923"/>
              <a:gd name="connsiteX59" fmla="*/ 4018045 w 10901897"/>
              <a:gd name="connsiteY59" fmla="*/ 6216461 h 6350923"/>
              <a:gd name="connsiteX60" fmla="*/ 168026 w 10901897"/>
              <a:gd name="connsiteY60" fmla="*/ 6350907 h 6350923"/>
              <a:gd name="connsiteX61" fmla="*/ 130799 w 10901897"/>
              <a:gd name="connsiteY61" fmla="*/ 6311684 h 6350923"/>
              <a:gd name="connsiteX62" fmla="*/ 27661 w 10901897"/>
              <a:gd name="connsiteY62" fmla="*/ 3358200 h 6350923"/>
              <a:gd name="connsiteX63" fmla="*/ 15046 w 10901897"/>
              <a:gd name="connsiteY63" fmla="*/ 2996969 h 6350923"/>
              <a:gd name="connsiteX64" fmla="*/ 0 w 10901897"/>
              <a:gd name="connsiteY64" fmla="*/ 2566101 h 6350923"/>
              <a:gd name="connsiteX65" fmla="*/ 0 w 10901897"/>
              <a:gd name="connsiteY65" fmla="*/ 0 h 6350923"/>
              <a:gd name="connsiteX0" fmla="*/ 0 w 10901897"/>
              <a:gd name="connsiteY0" fmla="*/ 0 h 3784822"/>
              <a:gd name="connsiteX1" fmla="*/ 10786370 w 10901897"/>
              <a:gd name="connsiteY1" fmla="*/ 54839 h 3784822"/>
              <a:gd name="connsiteX2" fmla="*/ 10798579 w 10901897"/>
              <a:gd name="connsiteY2" fmla="*/ 404459 h 3784822"/>
              <a:gd name="connsiteX3" fmla="*/ 10901717 w 10901897"/>
              <a:gd name="connsiteY3" fmla="*/ 3357944 h 3784822"/>
              <a:gd name="connsiteX4" fmla="*/ 10901714 w 10901897"/>
              <a:gd name="connsiteY4" fmla="*/ 3357949 h 3784822"/>
              <a:gd name="connsiteX5" fmla="*/ 10901897 w 10901897"/>
              <a:gd name="connsiteY5" fmla="*/ 3363104 h 3784822"/>
              <a:gd name="connsiteX6" fmla="*/ 10893816 w 10901897"/>
              <a:gd name="connsiteY6" fmla="*/ 3377100 h 3784822"/>
              <a:gd name="connsiteX7" fmla="*/ 10887323 w 10901897"/>
              <a:gd name="connsiteY7" fmla="*/ 3392838 h 3784822"/>
              <a:gd name="connsiteX8" fmla="*/ 10881845 w 10901897"/>
              <a:gd name="connsiteY8" fmla="*/ 3397828 h 3784822"/>
              <a:gd name="connsiteX9" fmla="*/ 10876220 w 10901897"/>
              <a:gd name="connsiteY9" fmla="*/ 3407568 h 3784822"/>
              <a:gd name="connsiteX10" fmla="*/ 10867702 w 10901897"/>
              <a:gd name="connsiteY10" fmla="*/ 3407860 h 3784822"/>
              <a:gd name="connsiteX11" fmla="*/ 10857541 w 10901897"/>
              <a:gd name="connsiteY11" fmla="*/ 3411520 h 3784822"/>
              <a:gd name="connsiteX12" fmla="*/ 10832053 w 10901897"/>
              <a:gd name="connsiteY12" fmla="*/ 3412410 h 3784822"/>
              <a:gd name="connsiteX13" fmla="*/ 10831546 w 10901897"/>
              <a:gd name="connsiteY13" fmla="*/ 3413616 h 3784822"/>
              <a:gd name="connsiteX14" fmla="*/ 10791337 w 10901897"/>
              <a:gd name="connsiteY14" fmla="*/ 3442239 h 3784822"/>
              <a:gd name="connsiteX15" fmla="*/ 10711793 w 10901897"/>
              <a:gd name="connsiteY15" fmla="*/ 3416609 h 3784822"/>
              <a:gd name="connsiteX16" fmla="*/ 9935449 w 10901897"/>
              <a:gd name="connsiteY16" fmla="*/ 3443720 h 3784822"/>
              <a:gd name="connsiteX17" fmla="*/ 9922087 w 10901897"/>
              <a:gd name="connsiteY17" fmla="*/ 3448375 h 3784822"/>
              <a:gd name="connsiteX18" fmla="*/ 9889965 w 10901897"/>
              <a:gd name="connsiteY18" fmla="*/ 3453703 h 3784822"/>
              <a:gd name="connsiteX19" fmla="*/ 9757415 w 10901897"/>
              <a:gd name="connsiteY19" fmla="*/ 3459301 h 3784822"/>
              <a:gd name="connsiteX20" fmla="*/ 9679337 w 10901897"/>
              <a:gd name="connsiteY20" fmla="*/ 3466695 h 3784822"/>
              <a:gd name="connsiteX21" fmla="*/ 9651603 w 10901897"/>
              <a:gd name="connsiteY21" fmla="*/ 3475859 h 3784822"/>
              <a:gd name="connsiteX22" fmla="*/ 9611575 w 10901897"/>
              <a:gd name="connsiteY22" fmla="*/ 3484382 h 3784822"/>
              <a:gd name="connsiteX23" fmla="*/ 9542424 w 10901897"/>
              <a:gd name="connsiteY23" fmla="*/ 3504346 h 3784822"/>
              <a:gd name="connsiteX24" fmla="*/ 9475463 w 10901897"/>
              <a:gd name="connsiteY24" fmla="*/ 3514251 h 3784822"/>
              <a:gd name="connsiteX25" fmla="*/ 9430317 w 10901897"/>
              <a:gd name="connsiteY25" fmla="*/ 3517293 h 3784822"/>
              <a:gd name="connsiteX26" fmla="*/ 9423751 w 10901897"/>
              <a:gd name="connsiteY26" fmla="*/ 3517233 h 3784822"/>
              <a:gd name="connsiteX27" fmla="*/ 9369168 w 10901897"/>
              <a:gd name="connsiteY27" fmla="*/ 3508781 h 3784822"/>
              <a:gd name="connsiteX28" fmla="*/ 9364297 w 10901897"/>
              <a:gd name="connsiteY28" fmla="*/ 3514167 h 3784822"/>
              <a:gd name="connsiteX29" fmla="*/ 9347493 w 10901897"/>
              <a:gd name="connsiteY29" fmla="*/ 3520072 h 3784822"/>
              <a:gd name="connsiteX30" fmla="*/ 9332718 w 10901897"/>
              <a:gd name="connsiteY30" fmla="*/ 3514362 h 3784822"/>
              <a:gd name="connsiteX31" fmla="*/ 9264167 w 10901897"/>
              <a:gd name="connsiteY31" fmla="*/ 3505658 h 3784822"/>
              <a:gd name="connsiteX32" fmla="*/ 9164094 w 10901897"/>
              <a:gd name="connsiteY32" fmla="*/ 3498928 h 3784822"/>
              <a:gd name="connsiteX33" fmla="*/ 9148800 w 10901897"/>
              <a:gd name="connsiteY33" fmla="*/ 3493060 h 3784822"/>
              <a:gd name="connsiteX34" fmla="*/ 9050458 w 10901897"/>
              <a:gd name="connsiteY34" fmla="*/ 3480848 h 3784822"/>
              <a:gd name="connsiteX35" fmla="*/ 8999058 w 10901897"/>
              <a:gd name="connsiteY35" fmla="*/ 3480225 h 3784822"/>
              <a:gd name="connsiteX36" fmla="*/ 8993554 w 10901897"/>
              <a:gd name="connsiteY36" fmla="*/ 3486268 h 3784822"/>
              <a:gd name="connsiteX37" fmla="*/ 8978351 w 10901897"/>
              <a:gd name="connsiteY37" fmla="*/ 3485255 h 3784822"/>
              <a:gd name="connsiteX38" fmla="*/ 8974307 w 10901897"/>
              <a:gd name="connsiteY38" fmla="*/ 3486266 h 3784822"/>
              <a:gd name="connsiteX39" fmla="*/ 8951126 w 10901897"/>
              <a:gd name="connsiteY39" fmla="*/ 3490785 h 3784822"/>
              <a:gd name="connsiteX40" fmla="*/ 8946415 w 10901897"/>
              <a:gd name="connsiteY40" fmla="*/ 3479836 h 3784822"/>
              <a:gd name="connsiteX41" fmla="*/ 8939487 w 10901897"/>
              <a:gd name="connsiteY41" fmla="*/ 3478500 h 3784822"/>
              <a:gd name="connsiteX42" fmla="*/ 8687743 w 10901897"/>
              <a:gd name="connsiteY42" fmla="*/ 3487291 h 3784822"/>
              <a:gd name="connsiteX43" fmla="*/ 8666518 w 10901897"/>
              <a:gd name="connsiteY43" fmla="*/ 3498231 h 3784822"/>
              <a:gd name="connsiteX44" fmla="*/ 8599556 w 10901897"/>
              <a:gd name="connsiteY44" fmla="*/ 3508137 h 3784822"/>
              <a:gd name="connsiteX45" fmla="*/ 8554411 w 10901897"/>
              <a:gd name="connsiteY45" fmla="*/ 3511179 h 3784822"/>
              <a:gd name="connsiteX46" fmla="*/ 8547844 w 10901897"/>
              <a:gd name="connsiteY46" fmla="*/ 3511118 h 3784822"/>
              <a:gd name="connsiteX47" fmla="*/ 8493261 w 10901897"/>
              <a:gd name="connsiteY47" fmla="*/ 3502666 h 3784822"/>
              <a:gd name="connsiteX48" fmla="*/ 8488390 w 10901897"/>
              <a:gd name="connsiteY48" fmla="*/ 3508053 h 3784822"/>
              <a:gd name="connsiteX49" fmla="*/ 8471586 w 10901897"/>
              <a:gd name="connsiteY49" fmla="*/ 3513957 h 3784822"/>
              <a:gd name="connsiteX50" fmla="*/ 8456812 w 10901897"/>
              <a:gd name="connsiteY50" fmla="*/ 3508248 h 3784822"/>
              <a:gd name="connsiteX51" fmla="*/ 8388259 w 10901897"/>
              <a:gd name="connsiteY51" fmla="*/ 3499544 h 3784822"/>
              <a:gd name="connsiteX52" fmla="*/ 8370697 w 10901897"/>
              <a:gd name="connsiteY52" fmla="*/ 3498362 h 3784822"/>
              <a:gd name="connsiteX53" fmla="*/ 7639559 w 10901897"/>
              <a:gd name="connsiteY53" fmla="*/ 3523894 h 3784822"/>
              <a:gd name="connsiteX54" fmla="*/ 7007522 w 10901897"/>
              <a:gd name="connsiteY54" fmla="*/ 3545965 h 3784822"/>
              <a:gd name="connsiteX55" fmla="*/ 6591224 w 10901897"/>
              <a:gd name="connsiteY55" fmla="*/ 3560503 h 3784822"/>
              <a:gd name="connsiteX56" fmla="*/ 6557964 w 10901897"/>
              <a:gd name="connsiteY56" fmla="*/ 3561844 h 3784822"/>
              <a:gd name="connsiteX57" fmla="*/ 6355814 w 10901897"/>
              <a:gd name="connsiteY57" fmla="*/ 3568989 h 3784822"/>
              <a:gd name="connsiteX58" fmla="*/ 6354404 w 10901897"/>
              <a:gd name="connsiteY58" fmla="*/ 3568773 h 3784822"/>
              <a:gd name="connsiteX59" fmla="*/ 4018045 w 10901897"/>
              <a:gd name="connsiteY59" fmla="*/ 3650360 h 3784822"/>
              <a:gd name="connsiteX60" fmla="*/ 168026 w 10901897"/>
              <a:gd name="connsiteY60" fmla="*/ 3784806 h 3784822"/>
              <a:gd name="connsiteX61" fmla="*/ 130799 w 10901897"/>
              <a:gd name="connsiteY61" fmla="*/ 3745583 h 3784822"/>
              <a:gd name="connsiteX62" fmla="*/ 27661 w 10901897"/>
              <a:gd name="connsiteY62" fmla="*/ 792099 h 3784822"/>
              <a:gd name="connsiteX63" fmla="*/ 15046 w 10901897"/>
              <a:gd name="connsiteY63" fmla="*/ 430868 h 3784822"/>
              <a:gd name="connsiteX64" fmla="*/ 0 w 10901897"/>
              <a:gd name="connsiteY64" fmla="*/ 0 h 378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0901897" h="3784822">
                <a:moveTo>
                  <a:pt x="0" y="0"/>
                </a:moveTo>
                <a:lnTo>
                  <a:pt x="10786370" y="54839"/>
                </a:lnTo>
                <a:lnTo>
                  <a:pt x="10798579" y="404459"/>
                </a:lnTo>
                <a:lnTo>
                  <a:pt x="10901717" y="3357944"/>
                </a:lnTo>
                <a:cubicBezTo>
                  <a:pt x="10901716" y="3357946"/>
                  <a:pt x="10901715" y="3357947"/>
                  <a:pt x="10901714" y="3357949"/>
                </a:cubicBezTo>
                <a:lnTo>
                  <a:pt x="10901897" y="3363104"/>
                </a:lnTo>
                <a:lnTo>
                  <a:pt x="10893816" y="3377100"/>
                </a:lnTo>
                <a:lnTo>
                  <a:pt x="10887323" y="3392838"/>
                </a:lnTo>
                <a:lnTo>
                  <a:pt x="10881845" y="3397828"/>
                </a:lnTo>
                <a:lnTo>
                  <a:pt x="10876220" y="3407568"/>
                </a:lnTo>
                <a:lnTo>
                  <a:pt x="10867702" y="3407860"/>
                </a:lnTo>
                <a:lnTo>
                  <a:pt x="10857541" y="3411520"/>
                </a:lnTo>
                <a:lnTo>
                  <a:pt x="10832053" y="3412410"/>
                </a:lnTo>
                <a:lnTo>
                  <a:pt x="10831546" y="3413616"/>
                </a:lnTo>
                <a:cubicBezTo>
                  <a:pt x="10830474" y="3428173"/>
                  <a:pt x="10849082" y="3440222"/>
                  <a:pt x="10791337" y="3442239"/>
                </a:cubicBezTo>
                <a:lnTo>
                  <a:pt x="10711793" y="3416609"/>
                </a:lnTo>
                <a:lnTo>
                  <a:pt x="9935449" y="3443720"/>
                </a:lnTo>
                <a:lnTo>
                  <a:pt x="9922087" y="3448375"/>
                </a:lnTo>
                <a:cubicBezTo>
                  <a:pt x="9914905" y="3450370"/>
                  <a:pt x="9905005" y="3452335"/>
                  <a:pt x="9889965" y="3453703"/>
                </a:cubicBezTo>
                <a:cubicBezTo>
                  <a:pt x="9852034" y="3441054"/>
                  <a:pt x="9804605" y="3476443"/>
                  <a:pt x="9757415" y="3459301"/>
                </a:cubicBezTo>
                <a:cubicBezTo>
                  <a:pt x="9740263" y="3455349"/>
                  <a:pt x="9688392" y="3457516"/>
                  <a:pt x="9679337" y="3466695"/>
                </a:cubicBezTo>
                <a:cubicBezTo>
                  <a:pt x="9668677" y="3468953"/>
                  <a:pt x="9655780" y="3466201"/>
                  <a:pt x="9651603" y="3475859"/>
                </a:cubicBezTo>
                <a:cubicBezTo>
                  <a:pt x="9644330" y="3487550"/>
                  <a:pt x="9605022" y="3471055"/>
                  <a:pt x="9611575" y="3484382"/>
                </a:cubicBezTo>
                <a:cubicBezTo>
                  <a:pt x="9583699" y="3473111"/>
                  <a:pt x="9564458" y="3497726"/>
                  <a:pt x="9542424" y="3504346"/>
                </a:cubicBezTo>
                <a:lnTo>
                  <a:pt x="9475463" y="3514251"/>
                </a:lnTo>
                <a:lnTo>
                  <a:pt x="9430317" y="3517293"/>
                </a:lnTo>
                <a:lnTo>
                  <a:pt x="9423751" y="3517233"/>
                </a:lnTo>
                <a:lnTo>
                  <a:pt x="9369168" y="3508781"/>
                </a:lnTo>
                <a:cubicBezTo>
                  <a:pt x="9367971" y="3510714"/>
                  <a:pt x="9366331" y="3512530"/>
                  <a:pt x="9364297" y="3514167"/>
                </a:cubicBezTo>
                <a:lnTo>
                  <a:pt x="9347493" y="3520072"/>
                </a:lnTo>
                <a:lnTo>
                  <a:pt x="9332718" y="3514362"/>
                </a:lnTo>
                <a:lnTo>
                  <a:pt x="9264167" y="3505658"/>
                </a:lnTo>
                <a:lnTo>
                  <a:pt x="9164094" y="3498928"/>
                </a:lnTo>
                <a:lnTo>
                  <a:pt x="9148800" y="3493060"/>
                </a:lnTo>
                <a:cubicBezTo>
                  <a:pt x="9114162" y="3487240"/>
                  <a:pt x="9072940" y="3495967"/>
                  <a:pt x="9050458" y="3480848"/>
                </a:cubicBezTo>
                <a:lnTo>
                  <a:pt x="8999058" y="3480225"/>
                </a:lnTo>
                <a:lnTo>
                  <a:pt x="8993554" y="3486268"/>
                </a:lnTo>
                <a:lnTo>
                  <a:pt x="8978351" y="3485255"/>
                </a:lnTo>
                <a:lnTo>
                  <a:pt x="8974307" y="3486266"/>
                </a:lnTo>
                <a:cubicBezTo>
                  <a:pt x="8966590" y="3488228"/>
                  <a:pt x="8958927" y="3489959"/>
                  <a:pt x="8951126" y="3490785"/>
                </a:cubicBezTo>
                <a:cubicBezTo>
                  <a:pt x="8951758" y="3485238"/>
                  <a:pt x="8949842" y="3481846"/>
                  <a:pt x="8946415" y="3479836"/>
                </a:cubicBezTo>
                <a:lnTo>
                  <a:pt x="8939487" y="3478500"/>
                </a:lnTo>
                <a:lnTo>
                  <a:pt x="8687743" y="3487291"/>
                </a:lnTo>
                <a:lnTo>
                  <a:pt x="8666518" y="3498231"/>
                </a:lnTo>
                <a:lnTo>
                  <a:pt x="8599556" y="3508137"/>
                </a:lnTo>
                <a:lnTo>
                  <a:pt x="8554411" y="3511179"/>
                </a:lnTo>
                <a:lnTo>
                  <a:pt x="8547844" y="3511118"/>
                </a:lnTo>
                <a:lnTo>
                  <a:pt x="8493261" y="3502666"/>
                </a:lnTo>
                <a:cubicBezTo>
                  <a:pt x="8492064" y="3504598"/>
                  <a:pt x="8490425" y="3506416"/>
                  <a:pt x="8488390" y="3508053"/>
                </a:cubicBezTo>
                <a:lnTo>
                  <a:pt x="8471586" y="3513957"/>
                </a:lnTo>
                <a:lnTo>
                  <a:pt x="8456812" y="3508248"/>
                </a:lnTo>
                <a:lnTo>
                  <a:pt x="8388259" y="3499544"/>
                </a:lnTo>
                <a:lnTo>
                  <a:pt x="8370697" y="3498362"/>
                </a:lnTo>
                <a:lnTo>
                  <a:pt x="7639559" y="3523894"/>
                </a:lnTo>
                <a:lnTo>
                  <a:pt x="7007522" y="3545965"/>
                </a:lnTo>
                <a:lnTo>
                  <a:pt x="6591224" y="3560503"/>
                </a:lnTo>
                <a:lnTo>
                  <a:pt x="6557964" y="3561844"/>
                </a:lnTo>
                <a:cubicBezTo>
                  <a:pt x="6565626" y="3569808"/>
                  <a:pt x="6411601" y="3573816"/>
                  <a:pt x="6355814" y="3568989"/>
                </a:cubicBezTo>
                <a:lnTo>
                  <a:pt x="6354404" y="3568773"/>
                </a:lnTo>
                <a:lnTo>
                  <a:pt x="4018045" y="3650360"/>
                </a:lnTo>
                <a:lnTo>
                  <a:pt x="168026" y="3784806"/>
                </a:lnTo>
                <a:cubicBezTo>
                  <a:pt x="148265" y="3785434"/>
                  <a:pt x="131630" y="3767909"/>
                  <a:pt x="130799" y="3745583"/>
                </a:cubicBezTo>
                <a:lnTo>
                  <a:pt x="27661" y="792099"/>
                </a:lnTo>
                <a:lnTo>
                  <a:pt x="15046" y="4308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>
                  <a:alpha val="50000"/>
                </a:srgbClr>
              </a:gs>
              <a:gs pos="44000">
                <a:srgbClr val="000000">
                  <a:alpha val="0"/>
                </a:srgbClr>
              </a:gs>
              <a:gs pos="20000">
                <a:srgbClr val="000000">
                  <a:alpha val="37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893" y="3012571"/>
            <a:ext cx="4412026" cy="2248452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cs typeface="Calibri Light"/>
              </a:rPr>
              <a:t>Wine Variety Prediction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7411" y="5390539"/>
            <a:ext cx="5250013" cy="6342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Christian Parker – ML Fall 2023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91EA59-6DC9-4DBE-A695-5C34F3589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9151E3D-CEBB-4AB7-BD15-2F43F5561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D37F7F1-C11D-4C2D-8852-2F971134B9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9D65196-FEF1-4579-A9A6-33918DD8AB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B543613-5075-431D-A2F8-1E9DB45FB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D786-9A49-7A9B-3193-6133A4C2E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2E396-785B-DEF7-7B42-EAD18513E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9796" y="2264558"/>
            <a:ext cx="2933812" cy="38541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country</a:t>
            </a:r>
          </a:p>
          <a:p>
            <a:r>
              <a:rPr lang="en-US" sz="2000" dirty="0">
                <a:ea typeface="+mn-lt"/>
                <a:cs typeface="+mn-lt"/>
              </a:rPr>
              <a:t>description</a:t>
            </a:r>
          </a:p>
          <a:p>
            <a:r>
              <a:rPr lang="en-US" sz="2000" dirty="0">
                <a:ea typeface="+mn-lt"/>
                <a:cs typeface="+mn-lt"/>
              </a:rPr>
              <a:t>designation</a:t>
            </a:r>
          </a:p>
          <a:p>
            <a:r>
              <a:rPr lang="en-US" sz="2000" dirty="0">
                <a:ea typeface="+mn-lt"/>
                <a:cs typeface="+mn-lt"/>
              </a:rPr>
              <a:t>points</a:t>
            </a:r>
          </a:p>
          <a:p>
            <a:r>
              <a:rPr lang="en-US" sz="2000" dirty="0">
                <a:ea typeface="+mn-lt"/>
                <a:cs typeface="+mn-lt"/>
              </a:rPr>
              <a:t>price</a:t>
            </a:r>
          </a:p>
          <a:p>
            <a:r>
              <a:rPr lang="en-US" sz="2000" dirty="0">
                <a:ea typeface="+mn-lt"/>
                <a:cs typeface="+mn-lt"/>
              </a:rPr>
              <a:t>province</a:t>
            </a:r>
          </a:p>
          <a:p>
            <a:r>
              <a:rPr lang="en-US" sz="2000" dirty="0">
                <a:ea typeface="+mn-lt"/>
                <a:cs typeface="+mn-lt"/>
              </a:rPr>
              <a:t>region_1</a:t>
            </a:r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01E0E-4609-560D-2E72-EE9430FABEB7}"/>
              </a:ext>
            </a:extLst>
          </p:cNvPr>
          <p:cNvSpPr txBox="1"/>
          <p:nvPr/>
        </p:nvSpPr>
        <p:spPr>
          <a:xfrm>
            <a:off x="5917754" y="2263719"/>
            <a:ext cx="43046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0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region_2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ea typeface="+mn-lt"/>
                <a:cs typeface="+mn-lt"/>
              </a:rPr>
              <a:t>taster_name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dirty="0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000000"/>
                </a:solidFill>
                <a:ea typeface="+mn-lt"/>
                <a:cs typeface="+mn-lt"/>
              </a:rPr>
              <a:t>taster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ea typeface="+mn-lt"/>
                <a:cs typeface="+mn-lt"/>
              </a:rPr>
              <a:t>_twitter_handle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dirty="0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title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variety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 marL="228600" indent="-2286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winery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620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9161-A15B-7913-22DA-A2C8946C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Columns eliminated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0D988-34E9-B403-0E86-D6A61F640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designation – 22,214 null values</a:t>
            </a:r>
          </a:p>
          <a:p>
            <a:r>
              <a:rPr lang="en-US" dirty="0">
                <a:ea typeface="+mn-lt"/>
                <a:cs typeface="+mn-lt"/>
              </a:rPr>
              <a:t>region_1 – 10,092 null values</a:t>
            </a:r>
          </a:p>
          <a:p>
            <a:r>
              <a:rPr lang="en-US" dirty="0">
                <a:ea typeface="+mn-lt"/>
                <a:cs typeface="+mn-lt"/>
              </a:rPr>
              <a:t>region_2 – 34,659 null values</a:t>
            </a:r>
          </a:p>
          <a:p>
            <a:r>
              <a:rPr lang="en-US" dirty="0" err="1">
                <a:ea typeface="+mn-lt"/>
                <a:cs typeface="+mn-lt"/>
              </a:rPr>
              <a:t>taster_name</a:t>
            </a:r>
            <a:r>
              <a:rPr lang="en-US" dirty="0">
                <a:ea typeface="+mn-lt"/>
                <a:cs typeface="+mn-lt"/>
              </a:rPr>
              <a:t> – We are not interested in making predictions based on who the reviewer is</a:t>
            </a:r>
          </a:p>
          <a:p>
            <a:r>
              <a:rPr lang="en-US" dirty="0" err="1">
                <a:ea typeface="+mn-lt"/>
                <a:cs typeface="+mn-lt"/>
              </a:rPr>
              <a:t>taster_twitter_handle</a:t>
            </a:r>
            <a:r>
              <a:rPr lang="en-US" dirty="0">
                <a:ea typeface="+mn-lt"/>
                <a:cs typeface="+mn-lt"/>
              </a:rPr>
              <a:t> – Same as </a:t>
            </a:r>
            <a:r>
              <a:rPr lang="en-US" dirty="0" err="1">
                <a:ea typeface="+mn-lt"/>
                <a:cs typeface="+mn-lt"/>
              </a:rPr>
              <a:t>taster_name</a:t>
            </a:r>
          </a:p>
          <a:p>
            <a:r>
              <a:rPr lang="en-US" dirty="0">
                <a:ea typeface="+mn-lt"/>
                <a:cs typeface="+mn-lt"/>
              </a:rPr>
              <a:t>title – This column has 65,693 unique values which makes it too specific to be useful</a:t>
            </a:r>
          </a:p>
          <a:p>
            <a:r>
              <a:rPr lang="en-US" dirty="0">
                <a:ea typeface="+mn-lt"/>
                <a:cs typeface="+mn-lt"/>
              </a:rPr>
              <a:t>winery – crashes </a:t>
            </a:r>
            <a:r>
              <a:rPr lang="en-US" dirty="0" err="1">
                <a:ea typeface="+mn-lt"/>
                <a:cs typeface="+mn-lt"/>
              </a:rPr>
              <a:t>VSCode</a:t>
            </a:r>
            <a:r>
              <a:rPr lang="en-US" dirty="0">
                <a:ea typeface="+mn-lt"/>
                <a:cs typeface="+mn-lt"/>
              </a:rPr>
              <a:t> because it has 11,782 unique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13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2CA5-D676-9C5A-50D2-A02D8E8D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6F06C4-C329-DFB4-7A37-A5F97EDD8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25" y="2400746"/>
            <a:ext cx="6096000" cy="3688739"/>
          </a:xfrm>
        </p:spPr>
      </p:pic>
    </p:spTree>
    <p:extLst>
      <p:ext uri="{BB962C8B-B14F-4D97-AF65-F5344CB8AC3E}">
        <p14:creationId xmlns:p14="http://schemas.microsoft.com/office/powerpoint/2010/main" val="285033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65-747D-8CD9-2DC0-EA2F6D2F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pic>
        <p:nvPicPr>
          <p:cNvPr id="4" name="Content Placeholder 3" descr="A graph of a number of neighbors&#10;&#10;Description automatically generated">
            <a:extLst>
              <a:ext uri="{FF2B5EF4-FFF2-40B4-BE49-F238E27FC236}">
                <a16:creationId xmlns:a16="http://schemas.microsoft.com/office/drawing/2014/main" id="{C7868151-2115-77C9-9F92-745AE18D8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25" y="2415040"/>
            <a:ext cx="6096000" cy="3660151"/>
          </a:xfrm>
        </p:spPr>
      </p:pic>
    </p:spTree>
    <p:extLst>
      <p:ext uri="{BB962C8B-B14F-4D97-AF65-F5344CB8AC3E}">
        <p14:creationId xmlns:p14="http://schemas.microsoft.com/office/powerpoint/2010/main" val="157883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E25B-C1CE-3F71-80BE-1A88BFD0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39C65B-0E9E-1A32-0571-31783026A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25" y="2409453"/>
            <a:ext cx="6096000" cy="3671325"/>
          </a:xfrm>
        </p:spPr>
      </p:pic>
    </p:spTree>
    <p:extLst>
      <p:ext uri="{BB962C8B-B14F-4D97-AF65-F5344CB8AC3E}">
        <p14:creationId xmlns:p14="http://schemas.microsoft.com/office/powerpoint/2010/main" val="3984852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4FE0-E8DD-3DF3-112B-D0533E88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Content Placeholder 3" descr="A graph of a number of blue and orange bars&#10;&#10;Description automatically generated">
            <a:extLst>
              <a:ext uri="{FF2B5EF4-FFF2-40B4-BE49-F238E27FC236}">
                <a16:creationId xmlns:a16="http://schemas.microsoft.com/office/drawing/2014/main" id="{45710881-40F5-CD3F-AF7F-B77D24979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6239" y="2187715"/>
            <a:ext cx="5979172" cy="4114800"/>
          </a:xfrm>
        </p:spPr>
      </p:pic>
    </p:spTree>
    <p:extLst>
      <p:ext uri="{BB962C8B-B14F-4D97-AF65-F5344CB8AC3E}">
        <p14:creationId xmlns:p14="http://schemas.microsoft.com/office/powerpoint/2010/main" val="404238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63F3-2968-18DA-CF4C-213635A5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a typeface="+mj-lt"/>
                <a:cs typeface="+mj-lt"/>
              </a:rPr>
              <a:t>Gradient Boosting</a:t>
            </a:r>
            <a:endParaRPr lang="en-US" dirty="0"/>
          </a:p>
        </p:txBody>
      </p:sp>
      <p:pic>
        <p:nvPicPr>
          <p:cNvPr id="4" name="Content Placeholder 3" descr="A graph of a graph with blue and orange bars&#10;&#10;Description automatically generated">
            <a:extLst>
              <a:ext uri="{FF2B5EF4-FFF2-40B4-BE49-F238E27FC236}">
                <a16:creationId xmlns:a16="http://schemas.microsoft.com/office/drawing/2014/main" id="{45DD1284-9256-4650-3F9D-E689F8CDE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25" y="2341471"/>
            <a:ext cx="6096000" cy="3807288"/>
          </a:xfrm>
        </p:spPr>
      </p:pic>
    </p:spTree>
    <p:extLst>
      <p:ext uri="{BB962C8B-B14F-4D97-AF65-F5344CB8AC3E}">
        <p14:creationId xmlns:p14="http://schemas.microsoft.com/office/powerpoint/2010/main" val="411822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DBDF-0060-964B-7894-D7442E0F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 Gradient Boosting</a:t>
            </a:r>
          </a:p>
        </p:txBody>
      </p:sp>
      <p:pic>
        <p:nvPicPr>
          <p:cNvPr id="4" name="Content Placeholder 3" descr="A graph of a graph with blue and orange bars&#10;&#10;Description automatically generated">
            <a:extLst>
              <a:ext uri="{FF2B5EF4-FFF2-40B4-BE49-F238E27FC236}">
                <a16:creationId xmlns:a16="http://schemas.microsoft.com/office/drawing/2014/main" id="{18D9781F-8FC9-804E-A34A-4DACDFC97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9635" y="2187715"/>
            <a:ext cx="5932380" cy="4114800"/>
          </a:xfrm>
        </p:spPr>
      </p:pic>
    </p:spTree>
    <p:extLst>
      <p:ext uri="{BB962C8B-B14F-4D97-AF65-F5344CB8AC3E}">
        <p14:creationId xmlns:p14="http://schemas.microsoft.com/office/powerpoint/2010/main" val="1407608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345C-BACB-7D03-299C-096A3089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pic>
        <p:nvPicPr>
          <p:cNvPr id="4" name="Content Placeholder 3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AB2ED1B8-E760-16DB-C1A0-C30DBFD61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25" y="2286012"/>
            <a:ext cx="6096000" cy="3918206"/>
          </a:xfrm>
        </p:spPr>
      </p:pic>
    </p:spTree>
    <p:extLst>
      <p:ext uri="{BB962C8B-B14F-4D97-AF65-F5344CB8AC3E}">
        <p14:creationId xmlns:p14="http://schemas.microsoft.com/office/powerpoint/2010/main" val="295470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D62E216-74AA-4F99-82B7-C38E49015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357AC-D7E8-C369-6BA3-B287FF86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23190"/>
            <a:ext cx="10820400" cy="9551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Feedforward Neural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8CCB4-0D6B-5790-CEE1-3766696C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2" y="3224954"/>
            <a:ext cx="3407923" cy="2061793"/>
          </a:xfrm>
          <a:prstGeom prst="rect">
            <a:avLst/>
          </a:prstGeom>
        </p:spPr>
      </p:pic>
      <p:pic>
        <p:nvPicPr>
          <p:cNvPr id="4" name="Content Placeholder 3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3DE28250-D97C-D8F1-D2D7-921BBBF14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71658" y="3233473"/>
            <a:ext cx="3407923" cy="2044753"/>
          </a:xfrm>
          <a:prstGeom prst="rect">
            <a:avLst/>
          </a:prstGeom>
        </p:spPr>
      </p:pic>
      <p:pic>
        <p:nvPicPr>
          <p:cNvPr id="5" name="Picture 4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0A948FCF-8506-0326-8251-A23C81869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140" y="3250513"/>
            <a:ext cx="3407923" cy="201067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8652425-5746-451C-8CFB-DD8774623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A6B53C5-047D-4D9E-A753-2EC751E95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9F1B98E-DB85-48B6-8DE1-18BFD5ED3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AF651EA-CA2D-4CDF-A457-5F70345D8E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58A2610-218B-44BE-85D8-295BC1744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656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D62E216-74AA-4F99-82B7-C38E49015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6443F-9E91-55C3-959B-F2E46FF68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23190"/>
            <a:ext cx="10820400" cy="9551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Recurrent Neural Network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D3D1AD-4A7C-CE16-B453-7920B0C76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072" y="3229214"/>
            <a:ext cx="3407923" cy="2053273"/>
          </a:xfrm>
          <a:prstGeom prst="rect">
            <a:avLst/>
          </a:prstGeom>
        </p:spPr>
      </p:pic>
      <p:pic>
        <p:nvPicPr>
          <p:cNvPr id="5" name="Picture 4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58B2AB13-88B8-82C8-CB5D-4C972303F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658" y="3237733"/>
            <a:ext cx="3407923" cy="2036234"/>
          </a:xfrm>
          <a:prstGeom prst="rect">
            <a:avLst/>
          </a:prstGeom>
        </p:spPr>
      </p:pic>
      <p:pic>
        <p:nvPicPr>
          <p:cNvPr id="6" name="Picture 5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D7B07F05-C707-0F0A-CDC7-005E8EBAC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140" y="3237733"/>
            <a:ext cx="3407923" cy="203623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8652425-5746-451C-8CFB-DD8774623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A6B53C5-047D-4D9E-A753-2EC751E95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9F1B98E-DB85-48B6-8DE1-18BFD5ED3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AF651EA-CA2D-4CDF-A457-5F70345D8E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58A2610-218B-44BE-85D8-295BC1744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1532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6E19-1E3A-4893-DA86-A3393FD0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pic>
        <p:nvPicPr>
          <p:cNvPr id="4" name="Content Placeholder 3" descr="A graph of a transformer&#10;&#10;Description automatically generated">
            <a:extLst>
              <a:ext uri="{FF2B5EF4-FFF2-40B4-BE49-F238E27FC236}">
                <a16:creationId xmlns:a16="http://schemas.microsoft.com/office/drawing/2014/main" id="{1CD9F580-BAC0-2CC5-4F71-DA5D4642E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825" y="2425224"/>
            <a:ext cx="6096000" cy="3639783"/>
          </a:xfrm>
        </p:spPr>
      </p:pic>
    </p:spTree>
    <p:extLst>
      <p:ext uri="{BB962C8B-B14F-4D97-AF65-F5344CB8AC3E}">
        <p14:creationId xmlns:p14="http://schemas.microsoft.com/office/powerpoint/2010/main" val="2973861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CF168-0310-018B-300C-25BD48E9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10287000" cy="1577975"/>
          </a:xfrm>
        </p:spPr>
        <p:txBody>
          <a:bodyPr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61A66409-F11F-F234-A8F1-AD4B3B23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618" y="2590800"/>
            <a:ext cx="5905598" cy="3581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0.5 testing accuracy seems to be the peak for point predictions</a:t>
            </a:r>
          </a:p>
          <a:p>
            <a:r>
              <a:rPr lang="en-US"/>
              <a:t>Description-based predictions performed much better</a:t>
            </a:r>
          </a:p>
          <a:p>
            <a:r>
              <a:rPr lang="en-US"/>
              <a:t>Transformers performed the best at 0.83 testing accuracy with Recurrent Neural Networks close behind at 0.8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2A4EFE-0FAE-441E-B2D5-21996A48D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785A38D-4016-4F81-982F-D3F630539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D3BBA26-50B7-407D-B968-0FD1F1999F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61CBB9C-7F53-453F-B850-AC6FB6EFB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8D5963D-3E99-4D4B-A67C-9D1CEA0AC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739715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AnalogousFromDarkSeedLeftStep">
      <a:dk1>
        <a:srgbClr val="000000"/>
      </a:dk1>
      <a:lt1>
        <a:srgbClr val="FFFFFF"/>
      </a:lt1>
      <a:dk2>
        <a:srgbClr val="412A24"/>
      </a:dk2>
      <a:lt2>
        <a:srgbClr val="E6E2E8"/>
      </a:lt2>
      <a:accent1>
        <a:srgbClr val="66B346"/>
      </a:accent1>
      <a:accent2>
        <a:srgbClr val="8BAD39"/>
      </a:accent2>
      <a:accent3>
        <a:srgbClr val="AFA245"/>
      </a:accent3>
      <a:accent4>
        <a:srgbClr val="B1713B"/>
      </a:accent4>
      <a:accent5>
        <a:srgbClr val="C3524D"/>
      </a:accent5>
      <a:accent6>
        <a:srgbClr val="B13B67"/>
      </a:accent6>
      <a:hlink>
        <a:srgbClr val="BF5A3F"/>
      </a:hlink>
      <a:folHlink>
        <a:srgbClr val="7F7F7F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StreetscapeVTI</vt:lpstr>
      <vt:lpstr>Wine Variety Prediction</vt:lpstr>
      <vt:lpstr>Features</vt:lpstr>
      <vt:lpstr>Columns eliminated</vt:lpstr>
      <vt:lpstr>SVM</vt:lpstr>
      <vt:lpstr>K-Nearest Neighbors</vt:lpstr>
      <vt:lpstr>Decision Tree</vt:lpstr>
      <vt:lpstr>Random Forest</vt:lpstr>
      <vt:lpstr>Gradient Boosting</vt:lpstr>
      <vt:lpstr>Hist Gradient Boosting</vt:lpstr>
      <vt:lpstr>Naïve Bayes</vt:lpstr>
      <vt:lpstr>Feedforward Neural Network</vt:lpstr>
      <vt:lpstr>Recurrent Neural Network</vt:lpstr>
      <vt:lpstr>Transformer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88</cp:revision>
  <dcterms:created xsi:type="dcterms:W3CDTF">2023-12-07T23:53:47Z</dcterms:created>
  <dcterms:modified xsi:type="dcterms:W3CDTF">2023-12-08T05:19:19Z</dcterms:modified>
</cp:coreProperties>
</file>